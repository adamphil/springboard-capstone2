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3528A-5699-4009-8232-A9A7D16A2F0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19E4DA-48B2-4516-9FD9-BA65A0C428BB}">
      <dgm:prSet/>
      <dgm:spPr/>
      <dgm:t>
        <a:bodyPr/>
        <a:lstStyle/>
        <a:p>
          <a:r>
            <a:rPr lang="en-US"/>
            <a:t>Preprocessing:</a:t>
          </a:r>
        </a:p>
      </dgm:t>
    </dgm:pt>
    <dgm:pt modelId="{5E18575C-656A-4E69-8DF0-5FE9E2EB1792}" type="parTrans" cxnId="{EAA54E2A-58F5-4B12-AD14-68DD8FCBE500}">
      <dgm:prSet/>
      <dgm:spPr/>
      <dgm:t>
        <a:bodyPr/>
        <a:lstStyle/>
        <a:p>
          <a:endParaRPr lang="en-US"/>
        </a:p>
      </dgm:t>
    </dgm:pt>
    <dgm:pt modelId="{216A4353-BB7A-411A-BDD5-39078EE94849}" type="sibTrans" cxnId="{EAA54E2A-58F5-4B12-AD14-68DD8FCBE500}">
      <dgm:prSet/>
      <dgm:spPr/>
      <dgm:t>
        <a:bodyPr/>
        <a:lstStyle/>
        <a:p>
          <a:endParaRPr lang="en-US"/>
        </a:p>
      </dgm:t>
    </dgm:pt>
    <dgm:pt modelId="{712D0E32-0B7C-4249-BF26-7310A7BD23A3}">
      <dgm:prSet/>
      <dgm:spPr/>
      <dgm:t>
        <a:bodyPr/>
        <a:lstStyle/>
        <a:p>
          <a:r>
            <a:rPr lang="en-US"/>
            <a:t>Normalize the data row-wise. I.e. mixture components as fractions of the whole</a:t>
          </a:r>
        </a:p>
      </dgm:t>
    </dgm:pt>
    <dgm:pt modelId="{890938E8-24BB-4431-BFF6-B9B72F09FDB4}" type="parTrans" cxnId="{02ED55B7-E79A-4046-A19C-5D80A37EC126}">
      <dgm:prSet/>
      <dgm:spPr/>
      <dgm:t>
        <a:bodyPr/>
        <a:lstStyle/>
        <a:p>
          <a:endParaRPr lang="en-US"/>
        </a:p>
      </dgm:t>
    </dgm:pt>
    <dgm:pt modelId="{CED2768E-2447-49AD-B0E5-035C57A9CDA9}" type="sibTrans" cxnId="{02ED55B7-E79A-4046-A19C-5D80A37EC126}">
      <dgm:prSet/>
      <dgm:spPr/>
      <dgm:t>
        <a:bodyPr/>
        <a:lstStyle/>
        <a:p>
          <a:endParaRPr lang="en-US"/>
        </a:p>
      </dgm:t>
    </dgm:pt>
    <dgm:pt modelId="{7838634E-6D25-4136-98AD-720664C49D99}">
      <dgm:prSet/>
      <dgm:spPr/>
      <dgm:t>
        <a:bodyPr/>
        <a:lstStyle/>
        <a:p>
          <a:r>
            <a:rPr lang="en-US"/>
            <a:t>For ‘Age’ feature, use min-max scaling on the column</a:t>
          </a:r>
        </a:p>
      </dgm:t>
    </dgm:pt>
    <dgm:pt modelId="{3552D73E-350D-4B06-9924-11959C145271}" type="parTrans" cxnId="{DF67F8A6-A1B6-4424-8665-9B4D3571B76B}">
      <dgm:prSet/>
      <dgm:spPr/>
      <dgm:t>
        <a:bodyPr/>
        <a:lstStyle/>
        <a:p>
          <a:endParaRPr lang="en-US"/>
        </a:p>
      </dgm:t>
    </dgm:pt>
    <dgm:pt modelId="{486029D7-32C3-4C5B-BB63-71F3E3731C90}" type="sibTrans" cxnId="{DF67F8A6-A1B6-4424-8665-9B4D3571B76B}">
      <dgm:prSet/>
      <dgm:spPr/>
      <dgm:t>
        <a:bodyPr/>
        <a:lstStyle/>
        <a:p>
          <a:endParaRPr lang="en-US"/>
        </a:p>
      </dgm:t>
    </dgm:pt>
    <dgm:pt modelId="{24EBC0FD-FC2F-4DCB-913D-9037FB42D679}">
      <dgm:prSet/>
      <dgm:spPr/>
      <dgm:t>
        <a:bodyPr/>
        <a:lstStyle/>
        <a:p>
          <a:r>
            <a:rPr lang="en-US"/>
            <a:t>Split data into training and testing sets (80/20 split)</a:t>
          </a:r>
        </a:p>
      </dgm:t>
    </dgm:pt>
    <dgm:pt modelId="{F38E0E1B-191C-4E4F-A468-ABB76FA5072B}" type="parTrans" cxnId="{23AC2697-4C06-483B-BA07-5D82B37EFE42}">
      <dgm:prSet/>
      <dgm:spPr/>
      <dgm:t>
        <a:bodyPr/>
        <a:lstStyle/>
        <a:p>
          <a:endParaRPr lang="en-US"/>
        </a:p>
      </dgm:t>
    </dgm:pt>
    <dgm:pt modelId="{532FA85B-FA16-42D2-9574-10CD6EDA1807}" type="sibTrans" cxnId="{23AC2697-4C06-483B-BA07-5D82B37EFE42}">
      <dgm:prSet/>
      <dgm:spPr/>
      <dgm:t>
        <a:bodyPr/>
        <a:lstStyle/>
        <a:p>
          <a:endParaRPr lang="en-US"/>
        </a:p>
      </dgm:t>
    </dgm:pt>
    <dgm:pt modelId="{A09D8F10-C15B-4655-8D14-5BC2471ADE42}">
      <dgm:prSet/>
      <dgm:spPr/>
      <dgm:t>
        <a:bodyPr/>
        <a:lstStyle/>
        <a:p>
          <a:r>
            <a:rPr lang="en-US"/>
            <a:t>The chosen models:</a:t>
          </a:r>
        </a:p>
      </dgm:t>
    </dgm:pt>
    <dgm:pt modelId="{E0D13F56-8BAD-404B-9EF9-FA4FA0EFF0FD}" type="parTrans" cxnId="{BA1C3A3C-0B3A-4E7C-9475-8A6E984D2EC4}">
      <dgm:prSet/>
      <dgm:spPr/>
      <dgm:t>
        <a:bodyPr/>
        <a:lstStyle/>
        <a:p>
          <a:endParaRPr lang="en-US"/>
        </a:p>
      </dgm:t>
    </dgm:pt>
    <dgm:pt modelId="{3ACC565C-40DD-4066-91E8-BD8CC1A01B2D}" type="sibTrans" cxnId="{BA1C3A3C-0B3A-4E7C-9475-8A6E984D2EC4}">
      <dgm:prSet/>
      <dgm:spPr/>
      <dgm:t>
        <a:bodyPr/>
        <a:lstStyle/>
        <a:p>
          <a:endParaRPr lang="en-US"/>
        </a:p>
      </dgm:t>
    </dgm:pt>
    <dgm:pt modelId="{8A129C0B-C660-4EB8-B0D0-600E7A9C908D}">
      <dgm:prSet/>
      <dgm:spPr/>
      <dgm:t>
        <a:bodyPr/>
        <a:lstStyle/>
        <a:p>
          <a:r>
            <a:rPr lang="en-US"/>
            <a:t>Linear regression</a:t>
          </a:r>
        </a:p>
      </dgm:t>
    </dgm:pt>
    <dgm:pt modelId="{B765BB7C-1F86-4926-9B05-FEEB67EB4D12}" type="parTrans" cxnId="{D7933426-0622-4F77-86B1-4C28EB157649}">
      <dgm:prSet/>
      <dgm:spPr/>
      <dgm:t>
        <a:bodyPr/>
        <a:lstStyle/>
        <a:p>
          <a:endParaRPr lang="en-US"/>
        </a:p>
      </dgm:t>
    </dgm:pt>
    <dgm:pt modelId="{CA0999D9-DE3E-4F5A-A470-34607B23D0B3}" type="sibTrans" cxnId="{D7933426-0622-4F77-86B1-4C28EB157649}">
      <dgm:prSet/>
      <dgm:spPr/>
      <dgm:t>
        <a:bodyPr/>
        <a:lstStyle/>
        <a:p>
          <a:endParaRPr lang="en-US"/>
        </a:p>
      </dgm:t>
    </dgm:pt>
    <dgm:pt modelId="{0D823278-1712-463B-B5DB-CB2D57E4FDE0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69FB80CF-2406-4AFD-8FB7-7EBF4D309C04}" type="parTrans" cxnId="{2AAC37C1-5E0A-4A8D-A43D-85C9676AC9B7}">
      <dgm:prSet/>
      <dgm:spPr/>
      <dgm:t>
        <a:bodyPr/>
        <a:lstStyle/>
        <a:p>
          <a:endParaRPr lang="en-US"/>
        </a:p>
      </dgm:t>
    </dgm:pt>
    <dgm:pt modelId="{7C29C6AF-2FD3-4948-AF1B-BE2544C4D816}" type="sibTrans" cxnId="{2AAC37C1-5E0A-4A8D-A43D-85C9676AC9B7}">
      <dgm:prSet/>
      <dgm:spPr/>
      <dgm:t>
        <a:bodyPr/>
        <a:lstStyle/>
        <a:p>
          <a:endParaRPr lang="en-US"/>
        </a:p>
      </dgm:t>
    </dgm:pt>
    <dgm:pt modelId="{D78A56A5-E3E1-4B56-B441-AB4BD29A1E06}">
      <dgm:prSet/>
      <dgm:spPr/>
      <dgm:t>
        <a:bodyPr/>
        <a:lstStyle/>
        <a:p>
          <a:r>
            <a:rPr lang="en-US"/>
            <a:t>Gradient Boost</a:t>
          </a:r>
        </a:p>
      </dgm:t>
    </dgm:pt>
    <dgm:pt modelId="{7E7671BF-E9BC-4B3F-B927-10CC7CA99399}" type="parTrans" cxnId="{C5ABBF8E-D544-426F-9AF7-32E2E98D23F1}">
      <dgm:prSet/>
      <dgm:spPr/>
      <dgm:t>
        <a:bodyPr/>
        <a:lstStyle/>
        <a:p>
          <a:endParaRPr lang="en-US"/>
        </a:p>
      </dgm:t>
    </dgm:pt>
    <dgm:pt modelId="{0451CAC0-95E8-4004-A0E7-F17F97586A8A}" type="sibTrans" cxnId="{C5ABBF8E-D544-426F-9AF7-32E2E98D23F1}">
      <dgm:prSet/>
      <dgm:spPr/>
      <dgm:t>
        <a:bodyPr/>
        <a:lstStyle/>
        <a:p>
          <a:endParaRPr lang="en-US"/>
        </a:p>
      </dgm:t>
    </dgm:pt>
    <dgm:pt modelId="{55490F90-CB4B-4D8C-8729-26CDEA6FA54B}">
      <dgm:prSet/>
      <dgm:spPr/>
      <dgm:t>
        <a:bodyPr/>
        <a:lstStyle/>
        <a:p>
          <a:r>
            <a:rPr lang="en-US"/>
            <a:t>Hyperparameter Tuning and evaluation metrics:</a:t>
          </a:r>
        </a:p>
      </dgm:t>
    </dgm:pt>
    <dgm:pt modelId="{28E6431E-044E-4923-AFA5-1FD47CB812D6}" type="parTrans" cxnId="{E18E48D8-11BF-4529-B0AD-82861B1AA8E1}">
      <dgm:prSet/>
      <dgm:spPr/>
      <dgm:t>
        <a:bodyPr/>
        <a:lstStyle/>
        <a:p>
          <a:endParaRPr lang="en-US"/>
        </a:p>
      </dgm:t>
    </dgm:pt>
    <dgm:pt modelId="{43F00D23-E55C-4158-ABF6-96546453A873}" type="sibTrans" cxnId="{E18E48D8-11BF-4529-B0AD-82861B1AA8E1}">
      <dgm:prSet/>
      <dgm:spPr/>
      <dgm:t>
        <a:bodyPr/>
        <a:lstStyle/>
        <a:p>
          <a:endParaRPr lang="en-US"/>
        </a:p>
      </dgm:t>
    </dgm:pt>
    <dgm:pt modelId="{2B98EE6D-D0F9-4C70-BE73-ADD72B4EBDB8}">
      <dgm:prSet/>
      <dgm:spPr/>
      <dgm:t>
        <a:bodyPr/>
        <a:lstStyle/>
        <a:p>
          <a:r>
            <a:rPr lang="en-US"/>
            <a:t>5-fold cross-validation</a:t>
          </a:r>
        </a:p>
      </dgm:t>
    </dgm:pt>
    <dgm:pt modelId="{8AF4753C-5257-4AAB-BFDC-47759CD2351C}" type="parTrans" cxnId="{58D06AB3-1587-4BA5-984F-4697DDAAD01A}">
      <dgm:prSet/>
      <dgm:spPr/>
      <dgm:t>
        <a:bodyPr/>
        <a:lstStyle/>
        <a:p>
          <a:endParaRPr lang="en-US"/>
        </a:p>
      </dgm:t>
    </dgm:pt>
    <dgm:pt modelId="{74861803-7291-4C92-A201-7CD0D48637CA}" type="sibTrans" cxnId="{58D06AB3-1587-4BA5-984F-4697DDAAD01A}">
      <dgm:prSet/>
      <dgm:spPr/>
      <dgm:t>
        <a:bodyPr/>
        <a:lstStyle/>
        <a:p>
          <a:endParaRPr lang="en-US"/>
        </a:p>
      </dgm:t>
    </dgm:pt>
    <dgm:pt modelId="{6B99180A-287D-4FA3-983C-399A973E7D5F}">
      <dgm:prSet/>
      <dgm:spPr/>
      <dgm:t>
        <a:bodyPr/>
        <a:lstStyle/>
        <a:p>
          <a:r>
            <a:rPr lang="en-US"/>
            <a:t>R</a:t>
          </a:r>
          <a:r>
            <a:rPr lang="en-US" baseline="30000"/>
            <a:t>2</a:t>
          </a:r>
          <a:endParaRPr lang="en-US"/>
        </a:p>
      </dgm:t>
    </dgm:pt>
    <dgm:pt modelId="{1E53197D-7EE0-4657-8C6A-B17EA64C33C6}" type="parTrans" cxnId="{9CC41D33-468A-4E1B-A69E-96920F215B38}">
      <dgm:prSet/>
      <dgm:spPr/>
      <dgm:t>
        <a:bodyPr/>
        <a:lstStyle/>
        <a:p>
          <a:endParaRPr lang="en-US"/>
        </a:p>
      </dgm:t>
    </dgm:pt>
    <dgm:pt modelId="{CF1BC7FC-1C53-432B-A709-91A89367233A}" type="sibTrans" cxnId="{9CC41D33-468A-4E1B-A69E-96920F215B38}">
      <dgm:prSet/>
      <dgm:spPr/>
      <dgm:t>
        <a:bodyPr/>
        <a:lstStyle/>
        <a:p>
          <a:endParaRPr lang="en-US"/>
        </a:p>
      </dgm:t>
    </dgm:pt>
    <dgm:pt modelId="{FEC14FF2-759E-47A6-B817-87DB18965F9B}">
      <dgm:prSet/>
      <dgm:spPr/>
      <dgm:t>
        <a:bodyPr/>
        <a:lstStyle/>
        <a:p>
          <a:r>
            <a:rPr lang="en-US"/>
            <a:t>MAE</a:t>
          </a:r>
        </a:p>
      </dgm:t>
    </dgm:pt>
    <dgm:pt modelId="{3C363EB8-0371-4120-9D56-CAE9F3DB5A44}" type="parTrans" cxnId="{16306C5F-86A9-48EC-8AF0-DFA7FC1B5244}">
      <dgm:prSet/>
      <dgm:spPr/>
      <dgm:t>
        <a:bodyPr/>
        <a:lstStyle/>
        <a:p>
          <a:endParaRPr lang="en-US"/>
        </a:p>
      </dgm:t>
    </dgm:pt>
    <dgm:pt modelId="{CE03CFD0-2048-4FE4-AE6F-F56456FCF892}" type="sibTrans" cxnId="{16306C5F-86A9-48EC-8AF0-DFA7FC1B5244}">
      <dgm:prSet/>
      <dgm:spPr/>
      <dgm:t>
        <a:bodyPr/>
        <a:lstStyle/>
        <a:p>
          <a:endParaRPr lang="en-US"/>
        </a:p>
      </dgm:t>
    </dgm:pt>
    <dgm:pt modelId="{32ECCF07-154A-4906-AF48-F86491B8FBDF}">
      <dgm:prSet/>
      <dgm:spPr/>
      <dgm:t>
        <a:bodyPr/>
        <a:lstStyle/>
        <a:p>
          <a:r>
            <a:rPr lang="en-US"/>
            <a:t>RMSE</a:t>
          </a:r>
        </a:p>
      </dgm:t>
    </dgm:pt>
    <dgm:pt modelId="{7BDF3D34-277A-4512-A2BC-F8091DCA7FCE}" type="parTrans" cxnId="{AF3AB1D1-E053-42B7-A549-67E11947B26C}">
      <dgm:prSet/>
      <dgm:spPr/>
      <dgm:t>
        <a:bodyPr/>
        <a:lstStyle/>
        <a:p>
          <a:endParaRPr lang="en-US"/>
        </a:p>
      </dgm:t>
    </dgm:pt>
    <dgm:pt modelId="{3F508D28-8B31-4148-ABE7-F37A3C5CB359}" type="sibTrans" cxnId="{AF3AB1D1-E053-42B7-A549-67E11947B26C}">
      <dgm:prSet/>
      <dgm:spPr/>
      <dgm:t>
        <a:bodyPr/>
        <a:lstStyle/>
        <a:p>
          <a:endParaRPr lang="en-US"/>
        </a:p>
      </dgm:t>
    </dgm:pt>
    <dgm:pt modelId="{6A0A7602-C7CD-4B6E-8F58-FA6B6C267068}" type="pres">
      <dgm:prSet presAssocID="{7453528A-5699-4009-8232-A9A7D16A2F0E}" presName="vert0" presStyleCnt="0">
        <dgm:presLayoutVars>
          <dgm:dir/>
          <dgm:animOne val="branch"/>
          <dgm:animLvl val="lvl"/>
        </dgm:presLayoutVars>
      </dgm:prSet>
      <dgm:spPr/>
    </dgm:pt>
    <dgm:pt modelId="{DFC0A97C-95FC-4856-9E32-9E75ECD0B64E}" type="pres">
      <dgm:prSet presAssocID="{0719E4DA-48B2-4516-9FD9-BA65A0C428BB}" presName="thickLine" presStyleLbl="alignNode1" presStyleIdx="0" presStyleCnt="3"/>
      <dgm:spPr/>
    </dgm:pt>
    <dgm:pt modelId="{DB4F02DE-3056-4960-A3C9-36C6CCAC07AB}" type="pres">
      <dgm:prSet presAssocID="{0719E4DA-48B2-4516-9FD9-BA65A0C428BB}" presName="horz1" presStyleCnt="0"/>
      <dgm:spPr/>
    </dgm:pt>
    <dgm:pt modelId="{2ED05C84-FFB6-4954-B133-110EE9B391C6}" type="pres">
      <dgm:prSet presAssocID="{0719E4DA-48B2-4516-9FD9-BA65A0C428BB}" presName="tx1" presStyleLbl="revTx" presStyleIdx="0" presStyleCnt="13"/>
      <dgm:spPr/>
    </dgm:pt>
    <dgm:pt modelId="{02C8FE26-DBEE-44A2-B4CE-A584DAFBD7A8}" type="pres">
      <dgm:prSet presAssocID="{0719E4DA-48B2-4516-9FD9-BA65A0C428BB}" presName="vert1" presStyleCnt="0"/>
      <dgm:spPr/>
    </dgm:pt>
    <dgm:pt modelId="{8628B267-DB15-4BC2-8678-35C73B5FD41F}" type="pres">
      <dgm:prSet presAssocID="{712D0E32-0B7C-4249-BF26-7310A7BD23A3}" presName="vertSpace2a" presStyleCnt="0"/>
      <dgm:spPr/>
    </dgm:pt>
    <dgm:pt modelId="{B0C276D8-DD0F-4C23-B90F-23D02D899B6C}" type="pres">
      <dgm:prSet presAssocID="{712D0E32-0B7C-4249-BF26-7310A7BD23A3}" presName="horz2" presStyleCnt="0"/>
      <dgm:spPr/>
    </dgm:pt>
    <dgm:pt modelId="{18BB0DBC-9729-4E2D-AE6A-E02006E32B4B}" type="pres">
      <dgm:prSet presAssocID="{712D0E32-0B7C-4249-BF26-7310A7BD23A3}" presName="horzSpace2" presStyleCnt="0"/>
      <dgm:spPr/>
    </dgm:pt>
    <dgm:pt modelId="{8BCA31D5-56F8-435D-ACE9-FD73998F8155}" type="pres">
      <dgm:prSet presAssocID="{712D0E32-0B7C-4249-BF26-7310A7BD23A3}" presName="tx2" presStyleLbl="revTx" presStyleIdx="1" presStyleCnt="13"/>
      <dgm:spPr/>
    </dgm:pt>
    <dgm:pt modelId="{A7778759-0E70-47F5-A66A-001294A7F6E1}" type="pres">
      <dgm:prSet presAssocID="{712D0E32-0B7C-4249-BF26-7310A7BD23A3}" presName="vert2" presStyleCnt="0"/>
      <dgm:spPr/>
    </dgm:pt>
    <dgm:pt modelId="{7C113161-21E0-4598-909E-313391E0A2F9}" type="pres">
      <dgm:prSet presAssocID="{712D0E32-0B7C-4249-BF26-7310A7BD23A3}" presName="thinLine2b" presStyleLbl="callout" presStyleIdx="0" presStyleCnt="10"/>
      <dgm:spPr/>
    </dgm:pt>
    <dgm:pt modelId="{8A75DB01-D7D0-4101-B1FC-7BD69453912F}" type="pres">
      <dgm:prSet presAssocID="{712D0E32-0B7C-4249-BF26-7310A7BD23A3}" presName="vertSpace2b" presStyleCnt="0"/>
      <dgm:spPr/>
    </dgm:pt>
    <dgm:pt modelId="{6899F355-3FB4-4006-A767-C45258225D6A}" type="pres">
      <dgm:prSet presAssocID="{7838634E-6D25-4136-98AD-720664C49D99}" presName="horz2" presStyleCnt="0"/>
      <dgm:spPr/>
    </dgm:pt>
    <dgm:pt modelId="{DB390C3E-75C4-4CDA-8688-478403874816}" type="pres">
      <dgm:prSet presAssocID="{7838634E-6D25-4136-98AD-720664C49D99}" presName="horzSpace2" presStyleCnt="0"/>
      <dgm:spPr/>
    </dgm:pt>
    <dgm:pt modelId="{913D44F2-C8F1-4CDA-AAF0-37D743E1A5BD}" type="pres">
      <dgm:prSet presAssocID="{7838634E-6D25-4136-98AD-720664C49D99}" presName="tx2" presStyleLbl="revTx" presStyleIdx="2" presStyleCnt="13"/>
      <dgm:spPr/>
    </dgm:pt>
    <dgm:pt modelId="{7ACD3AED-2845-45D7-8732-8A555F697EBD}" type="pres">
      <dgm:prSet presAssocID="{7838634E-6D25-4136-98AD-720664C49D99}" presName="vert2" presStyleCnt="0"/>
      <dgm:spPr/>
    </dgm:pt>
    <dgm:pt modelId="{4561DF28-E7FA-4DE8-AA2B-93323552C4EB}" type="pres">
      <dgm:prSet presAssocID="{7838634E-6D25-4136-98AD-720664C49D99}" presName="thinLine2b" presStyleLbl="callout" presStyleIdx="1" presStyleCnt="10"/>
      <dgm:spPr/>
    </dgm:pt>
    <dgm:pt modelId="{FAF3E583-99C1-4A4F-AC8F-796C66D0EDA2}" type="pres">
      <dgm:prSet presAssocID="{7838634E-6D25-4136-98AD-720664C49D99}" presName="vertSpace2b" presStyleCnt="0"/>
      <dgm:spPr/>
    </dgm:pt>
    <dgm:pt modelId="{463D936E-FCB6-410A-8D74-3A4CC321FE9F}" type="pres">
      <dgm:prSet presAssocID="{24EBC0FD-FC2F-4DCB-913D-9037FB42D679}" presName="horz2" presStyleCnt="0"/>
      <dgm:spPr/>
    </dgm:pt>
    <dgm:pt modelId="{4D79F6AD-253D-4171-B07C-5308EB56FF6B}" type="pres">
      <dgm:prSet presAssocID="{24EBC0FD-FC2F-4DCB-913D-9037FB42D679}" presName="horzSpace2" presStyleCnt="0"/>
      <dgm:spPr/>
    </dgm:pt>
    <dgm:pt modelId="{A16516BD-D492-47C6-9137-38623469DBB7}" type="pres">
      <dgm:prSet presAssocID="{24EBC0FD-FC2F-4DCB-913D-9037FB42D679}" presName="tx2" presStyleLbl="revTx" presStyleIdx="3" presStyleCnt="13"/>
      <dgm:spPr/>
    </dgm:pt>
    <dgm:pt modelId="{5986368D-B216-4B2A-AA2C-2276C3C5F966}" type="pres">
      <dgm:prSet presAssocID="{24EBC0FD-FC2F-4DCB-913D-9037FB42D679}" presName="vert2" presStyleCnt="0"/>
      <dgm:spPr/>
    </dgm:pt>
    <dgm:pt modelId="{D264E2BC-98C8-4EB4-9C60-05ED093D956F}" type="pres">
      <dgm:prSet presAssocID="{24EBC0FD-FC2F-4DCB-913D-9037FB42D679}" presName="thinLine2b" presStyleLbl="callout" presStyleIdx="2" presStyleCnt="10"/>
      <dgm:spPr/>
    </dgm:pt>
    <dgm:pt modelId="{99EC7EEC-E6F4-402E-AB76-CC9353B58314}" type="pres">
      <dgm:prSet presAssocID="{24EBC0FD-FC2F-4DCB-913D-9037FB42D679}" presName="vertSpace2b" presStyleCnt="0"/>
      <dgm:spPr/>
    </dgm:pt>
    <dgm:pt modelId="{4E2FEFA0-5422-4B24-81AE-69E09F3AE6FD}" type="pres">
      <dgm:prSet presAssocID="{A09D8F10-C15B-4655-8D14-5BC2471ADE42}" presName="thickLine" presStyleLbl="alignNode1" presStyleIdx="1" presStyleCnt="3"/>
      <dgm:spPr/>
    </dgm:pt>
    <dgm:pt modelId="{9FF31946-9292-4D8B-86B1-1FDAEA4B8030}" type="pres">
      <dgm:prSet presAssocID="{A09D8F10-C15B-4655-8D14-5BC2471ADE42}" presName="horz1" presStyleCnt="0"/>
      <dgm:spPr/>
    </dgm:pt>
    <dgm:pt modelId="{534A8B57-563B-4E22-B32D-88A1F9C6B918}" type="pres">
      <dgm:prSet presAssocID="{A09D8F10-C15B-4655-8D14-5BC2471ADE42}" presName="tx1" presStyleLbl="revTx" presStyleIdx="4" presStyleCnt="13"/>
      <dgm:spPr/>
    </dgm:pt>
    <dgm:pt modelId="{695DA832-BA12-462E-B28F-BAC0B0AC0E14}" type="pres">
      <dgm:prSet presAssocID="{A09D8F10-C15B-4655-8D14-5BC2471ADE42}" presName="vert1" presStyleCnt="0"/>
      <dgm:spPr/>
    </dgm:pt>
    <dgm:pt modelId="{368F30A4-DA6F-4BB4-AE7F-2FE19BD87D2F}" type="pres">
      <dgm:prSet presAssocID="{8A129C0B-C660-4EB8-B0D0-600E7A9C908D}" presName="vertSpace2a" presStyleCnt="0"/>
      <dgm:spPr/>
    </dgm:pt>
    <dgm:pt modelId="{2DEAB5C5-106C-4522-BD8C-439AD00724C0}" type="pres">
      <dgm:prSet presAssocID="{8A129C0B-C660-4EB8-B0D0-600E7A9C908D}" presName="horz2" presStyleCnt="0"/>
      <dgm:spPr/>
    </dgm:pt>
    <dgm:pt modelId="{FCEBC5AD-2BBC-4A5E-916F-542E9FF94AA5}" type="pres">
      <dgm:prSet presAssocID="{8A129C0B-C660-4EB8-B0D0-600E7A9C908D}" presName="horzSpace2" presStyleCnt="0"/>
      <dgm:spPr/>
    </dgm:pt>
    <dgm:pt modelId="{698D6C58-4ACB-48F4-996D-777E030043E2}" type="pres">
      <dgm:prSet presAssocID="{8A129C0B-C660-4EB8-B0D0-600E7A9C908D}" presName="tx2" presStyleLbl="revTx" presStyleIdx="5" presStyleCnt="13"/>
      <dgm:spPr/>
    </dgm:pt>
    <dgm:pt modelId="{913399F0-DE38-4352-94E4-F9519178C6BE}" type="pres">
      <dgm:prSet presAssocID="{8A129C0B-C660-4EB8-B0D0-600E7A9C908D}" presName="vert2" presStyleCnt="0"/>
      <dgm:spPr/>
    </dgm:pt>
    <dgm:pt modelId="{B84946AB-6DB6-4E36-8416-25C6CD7E40B4}" type="pres">
      <dgm:prSet presAssocID="{8A129C0B-C660-4EB8-B0D0-600E7A9C908D}" presName="thinLine2b" presStyleLbl="callout" presStyleIdx="3" presStyleCnt="10"/>
      <dgm:spPr/>
    </dgm:pt>
    <dgm:pt modelId="{2ABCDC2E-FDFF-4CE9-A395-A78D27E15C5C}" type="pres">
      <dgm:prSet presAssocID="{8A129C0B-C660-4EB8-B0D0-600E7A9C908D}" presName="vertSpace2b" presStyleCnt="0"/>
      <dgm:spPr/>
    </dgm:pt>
    <dgm:pt modelId="{A0192A34-5DC0-4BCB-AC6B-12DAC4A50529}" type="pres">
      <dgm:prSet presAssocID="{0D823278-1712-463B-B5DB-CB2D57E4FDE0}" presName="horz2" presStyleCnt="0"/>
      <dgm:spPr/>
    </dgm:pt>
    <dgm:pt modelId="{AA1F66CB-25BD-4CB1-A5CB-124DD2E7DF05}" type="pres">
      <dgm:prSet presAssocID="{0D823278-1712-463B-B5DB-CB2D57E4FDE0}" presName="horzSpace2" presStyleCnt="0"/>
      <dgm:spPr/>
    </dgm:pt>
    <dgm:pt modelId="{C602E54F-81D7-4662-A11C-6EFAA1DBCC31}" type="pres">
      <dgm:prSet presAssocID="{0D823278-1712-463B-B5DB-CB2D57E4FDE0}" presName="tx2" presStyleLbl="revTx" presStyleIdx="6" presStyleCnt="13"/>
      <dgm:spPr/>
    </dgm:pt>
    <dgm:pt modelId="{1D32CDC7-8050-4478-A472-FAD8847ACAD7}" type="pres">
      <dgm:prSet presAssocID="{0D823278-1712-463B-B5DB-CB2D57E4FDE0}" presName="vert2" presStyleCnt="0"/>
      <dgm:spPr/>
    </dgm:pt>
    <dgm:pt modelId="{1C9D7D4D-BA98-4E19-810D-DD6F714128AC}" type="pres">
      <dgm:prSet presAssocID="{0D823278-1712-463B-B5DB-CB2D57E4FDE0}" presName="thinLine2b" presStyleLbl="callout" presStyleIdx="4" presStyleCnt="10"/>
      <dgm:spPr/>
    </dgm:pt>
    <dgm:pt modelId="{D761B136-E0D8-40C7-9A65-94BD9541DD33}" type="pres">
      <dgm:prSet presAssocID="{0D823278-1712-463B-B5DB-CB2D57E4FDE0}" presName="vertSpace2b" presStyleCnt="0"/>
      <dgm:spPr/>
    </dgm:pt>
    <dgm:pt modelId="{5145994F-49DD-4983-970B-267ACCADA68A}" type="pres">
      <dgm:prSet presAssocID="{D78A56A5-E3E1-4B56-B441-AB4BD29A1E06}" presName="horz2" presStyleCnt="0"/>
      <dgm:spPr/>
    </dgm:pt>
    <dgm:pt modelId="{BC62CF24-FE6C-4D88-BDB7-4C43E2AE50E9}" type="pres">
      <dgm:prSet presAssocID="{D78A56A5-E3E1-4B56-B441-AB4BD29A1E06}" presName="horzSpace2" presStyleCnt="0"/>
      <dgm:spPr/>
    </dgm:pt>
    <dgm:pt modelId="{40CFE35E-3B23-457D-B2D7-C374329956C0}" type="pres">
      <dgm:prSet presAssocID="{D78A56A5-E3E1-4B56-B441-AB4BD29A1E06}" presName="tx2" presStyleLbl="revTx" presStyleIdx="7" presStyleCnt="13"/>
      <dgm:spPr/>
    </dgm:pt>
    <dgm:pt modelId="{C00FEA53-B135-4E6A-B876-C93011E88495}" type="pres">
      <dgm:prSet presAssocID="{D78A56A5-E3E1-4B56-B441-AB4BD29A1E06}" presName="vert2" presStyleCnt="0"/>
      <dgm:spPr/>
    </dgm:pt>
    <dgm:pt modelId="{68FC58E4-9739-4A9F-956B-1C11A7B93027}" type="pres">
      <dgm:prSet presAssocID="{D78A56A5-E3E1-4B56-B441-AB4BD29A1E06}" presName="thinLine2b" presStyleLbl="callout" presStyleIdx="5" presStyleCnt="10"/>
      <dgm:spPr/>
    </dgm:pt>
    <dgm:pt modelId="{DAA157DD-35B1-4620-9E7C-D78CED407165}" type="pres">
      <dgm:prSet presAssocID="{D78A56A5-E3E1-4B56-B441-AB4BD29A1E06}" presName="vertSpace2b" presStyleCnt="0"/>
      <dgm:spPr/>
    </dgm:pt>
    <dgm:pt modelId="{6D07E16E-65AE-4AB1-AD65-F717BD114AB1}" type="pres">
      <dgm:prSet presAssocID="{55490F90-CB4B-4D8C-8729-26CDEA6FA54B}" presName="thickLine" presStyleLbl="alignNode1" presStyleIdx="2" presStyleCnt="3"/>
      <dgm:spPr/>
    </dgm:pt>
    <dgm:pt modelId="{701605DE-6AF9-4443-929F-89E07B984E97}" type="pres">
      <dgm:prSet presAssocID="{55490F90-CB4B-4D8C-8729-26CDEA6FA54B}" presName="horz1" presStyleCnt="0"/>
      <dgm:spPr/>
    </dgm:pt>
    <dgm:pt modelId="{405CC0BA-E987-4226-9C75-82A11B7D5808}" type="pres">
      <dgm:prSet presAssocID="{55490F90-CB4B-4D8C-8729-26CDEA6FA54B}" presName="tx1" presStyleLbl="revTx" presStyleIdx="8" presStyleCnt="13"/>
      <dgm:spPr/>
    </dgm:pt>
    <dgm:pt modelId="{E17B2263-9A88-42E9-877A-EF001D1BEFD4}" type="pres">
      <dgm:prSet presAssocID="{55490F90-CB4B-4D8C-8729-26CDEA6FA54B}" presName="vert1" presStyleCnt="0"/>
      <dgm:spPr/>
    </dgm:pt>
    <dgm:pt modelId="{A6FDB06D-2A9F-4897-88A1-9CAEB590B71C}" type="pres">
      <dgm:prSet presAssocID="{2B98EE6D-D0F9-4C70-BE73-ADD72B4EBDB8}" presName="vertSpace2a" presStyleCnt="0"/>
      <dgm:spPr/>
    </dgm:pt>
    <dgm:pt modelId="{72278BE1-0DB9-4826-B5E5-7C423A8D3CC8}" type="pres">
      <dgm:prSet presAssocID="{2B98EE6D-D0F9-4C70-BE73-ADD72B4EBDB8}" presName="horz2" presStyleCnt="0"/>
      <dgm:spPr/>
    </dgm:pt>
    <dgm:pt modelId="{CCCE1C5A-C466-4786-ABE1-3296BFA4EF11}" type="pres">
      <dgm:prSet presAssocID="{2B98EE6D-D0F9-4C70-BE73-ADD72B4EBDB8}" presName="horzSpace2" presStyleCnt="0"/>
      <dgm:spPr/>
    </dgm:pt>
    <dgm:pt modelId="{518FF538-9704-40A7-8BE4-0D22F0BAF536}" type="pres">
      <dgm:prSet presAssocID="{2B98EE6D-D0F9-4C70-BE73-ADD72B4EBDB8}" presName="tx2" presStyleLbl="revTx" presStyleIdx="9" presStyleCnt="13"/>
      <dgm:spPr/>
    </dgm:pt>
    <dgm:pt modelId="{0D9F88F6-F1D8-4F0F-BDCC-3C05D7E29405}" type="pres">
      <dgm:prSet presAssocID="{2B98EE6D-D0F9-4C70-BE73-ADD72B4EBDB8}" presName="vert2" presStyleCnt="0"/>
      <dgm:spPr/>
    </dgm:pt>
    <dgm:pt modelId="{59EF4C75-FACE-4DDB-B939-8ED88888E289}" type="pres">
      <dgm:prSet presAssocID="{2B98EE6D-D0F9-4C70-BE73-ADD72B4EBDB8}" presName="thinLine2b" presStyleLbl="callout" presStyleIdx="6" presStyleCnt="10"/>
      <dgm:spPr/>
    </dgm:pt>
    <dgm:pt modelId="{A7174BCE-8C7E-4D99-8039-95E027AA9678}" type="pres">
      <dgm:prSet presAssocID="{2B98EE6D-D0F9-4C70-BE73-ADD72B4EBDB8}" presName="vertSpace2b" presStyleCnt="0"/>
      <dgm:spPr/>
    </dgm:pt>
    <dgm:pt modelId="{E0E39DF0-89B6-4DE9-9378-EDFBB650D066}" type="pres">
      <dgm:prSet presAssocID="{6B99180A-287D-4FA3-983C-399A973E7D5F}" presName="horz2" presStyleCnt="0"/>
      <dgm:spPr/>
    </dgm:pt>
    <dgm:pt modelId="{C2F07D66-3694-45A8-AD3C-3EB1FA48A212}" type="pres">
      <dgm:prSet presAssocID="{6B99180A-287D-4FA3-983C-399A973E7D5F}" presName="horzSpace2" presStyleCnt="0"/>
      <dgm:spPr/>
    </dgm:pt>
    <dgm:pt modelId="{C375470D-9101-4083-A85F-16B870D2E6A4}" type="pres">
      <dgm:prSet presAssocID="{6B99180A-287D-4FA3-983C-399A973E7D5F}" presName="tx2" presStyleLbl="revTx" presStyleIdx="10" presStyleCnt="13"/>
      <dgm:spPr/>
    </dgm:pt>
    <dgm:pt modelId="{6BE3F3D3-1CC4-4548-9B56-C12328BFFAD6}" type="pres">
      <dgm:prSet presAssocID="{6B99180A-287D-4FA3-983C-399A973E7D5F}" presName="vert2" presStyleCnt="0"/>
      <dgm:spPr/>
    </dgm:pt>
    <dgm:pt modelId="{26C86F5A-26F6-4871-8339-A8169D98C1AD}" type="pres">
      <dgm:prSet presAssocID="{6B99180A-287D-4FA3-983C-399A973E7D5F}" presName="thinLine2b" presStyleLbl="callout" presStyleIdx="7" presStyleCnt="10"/>
      <dgm:spPr/>
    </dgm:pt>
    <dgm:pt modelId="{864C4589-9166-41EB-B8C5-1420A75C326A}" type="pres">
      <dgm:prSet presAssocID="{6B99180A-287D-4FA3-983C-399A973E7D5F}" presName="vertSpace2b" presStyleCnt="0"/>
      <dgm:spPr/>
    </dgm:pt>
    <dgm:pt modelId="{D8342E09-BE05-46D1-BD01-4A5C6286E05F}" type="pres">
      <dgm:prSet presAssocID="{FEC14FF2-759E-47A6-B817-87DB18965F9B}" presName="horz2" presStyleCnt="0"/>
      <dgm:spPr/>
    </dgm:pt>
    <dgm:pt modelId="{093F3632-FBD3-4ED4-9EB6-55121F75F78D}" type="pres">
      <dgm:prSet presAssocID="{FEC14FF2-759E-47A6-B817-87DB18965F9B}" presName="horzSpace2" presStyleCnt="0"/>
      <dgm:spPr/>
    </dgm:pt>
    <dgm:pt modelId="{E018BACD-9DF6-4558-B7F3-E682FF698628}" type="pres">
      <dgm:prSet presAssocID="{FEC14FF2-759E-47A6-B817-87DB18965F9B}" presName="tx2" presStyleLbl="revTx" presStyleIdx="11" presStyleCnt="13"/>
      <dgm:spPr/>
    </dgm:pt>
    <dgm:pt modelId="{BD20B4B9-24C6-45CA-B18C-D4EB698D2439}" type="pres">
      <dgm:prSet presAssocID="{FEC14FF2-759E-47A6-B817-87DB18965F9B}" presName="vert2" presStyleCnt="0"/>
      <dgm:spPr/>
    </dgm:pt>
    <dgm:pt modelId="{EC1A59E7-2EC6-4D97-94FB-C90A6CB271B4}" type="pres">
      <dgm:prSet presAssocID="{FEC14FF2-759E-47A6-B817-87DB18965F9B}" presName="thinLine2b" presStyleLbl="callout" presStyleIdx="8" presStyleCnt="10"/>
      <dgm:spPr/>
    </dgm:pt>
    <dgm:pt modelId="{FBC75B6D-5EF1-4290-A52D-1A8E28CF90F8}" type="pres">
      <dgm:prSet presAssocID="{FEC14FF2-759E-47A6-B817-87DB18965F9B}" presName="vertSpace2b" presStyleCnt="0"/>
      <dgm:spPr/>
    </dgm:pt>
    <dgm:pt modelId="{F7C35233-DEBD-4A0A-B615-2107CF7C38FB}" type="pres">
      <dgm:prSet presAssocID="{32ECCF07-154A-4906-AF48-F86491B8FBDF}" presName="horz2" presStyleCnt="0"/>
      <dgm:spPr/>
    </dgm:pt>
    <dgm:pt modelId="{C82D034F-69D5-43E7-A7C1-72DF95084E08}" type="pres">
      <dgm:prSet presAssocID="{32ECCF07-154A-4906-AF48-F86491B8FBDF}" presName="horzSpace2" presStyleCnt="0"/>
      <dgm:spPr/>
    </dgm:pt>
    <dgm:pt modelId="{A576AA1F-590F-40AC-A172-549131D2D160}" type="pres">
      <dgm:prSet presAssocID="{32ECCF07-154A-4906-AF48-F86491B8FBDF}" presName="tx2" presStyleLbl="revTx" presStyleIdx="12" presStyleCnt="13"/>
      <dgm:spPr/>
    </dgm:pt>
    <dgm:pt modelId="{D22B5B14-81B4-4405-8AE3-E34128AA6976}" type="pres">
      <dgm:prSet presAssocID="{32ECCF07-154A-4906-AF48-F86491B8FBDF}" presName="vert2" presStyleCnt="0"/>
      <dgm:spPr/>
    </dgm:pt>
    <dgm:pt modelId="{57B42508-C467-4BCA-9D17-1B430B417CFA}" type="pres">
      <dgm:prSet presAssocID="{32ECCF07-154A-4906-AF48-F86491B8FBDF}" presName="thinLine2b" presStyleLbl="callout" presStyleIdx="9" presStyleCnt="10"/>
      <dgm:spPr/>
    </dgm:pt>
    <dgm:pt modelId="{2B6C28AD-2D8A-4494-BF60-922294F44E5A}" type="pres">
      <dgm:prSet presAssocID="{32ECCF07-154A-4906-AF48-F86491B8FBDF}" presName="vertSpace2b" presStyleCnt="0"/>
      <dgm:spPr/>
    </dgm:pt>
  </dgm:ptLst>
  <dgm:cxnLst>
    <dgm:cxn modelId="{9F927A18-F338-43ED-9DEB-D3D08F200D71}" type="presOf" srcId="{0D823278-1712-463B-B5DB-CB2D57E4FDE0}" destId="{C602E54F-81D7-4662-A11C-6EFAA1DBCC31}" srcOrd="0" destOrd="0" presId="urn:microsoft.com/office/officeart/2008/layout/LinedList"/>
    <dgm:cxn modelId="{D7933426-0622-4F77-86B1-4C28EB157649}" srcId="{A09D8F10-C15B-4655-8D14-5BC2471ADE42}" destId="{8A129C0B-C660-4EB8-B0D0-600E7A9C908D}" srcOrd="0" destOrd="0" parTransId="{B765BB7C-1F86-4926-9B05-FEEB67EB4D12}" sibTransId="{CA0999D9-DE3E-4F5A-A470-34607B23D0B3}"/>
    <dgm:cxn modelId="{EAA54E2A-58F5-4B12-AD14-68DD8FCBE500}" srcId="{7453528A-5699-4009-8232-A9A7D16A2F0E}" destId="{0719E4DA-48B2-4516-9FD9-BA65A0C428BB}" srcOrd="0" destOrd="0" parTransId="{5E18575C-656A-4E69-8DF0-5FE9E2EB1792}" sibTransId="{216A4353-BB7A-411A-BDD5-39078EE94849}"/>
    <dgm:cxn modelId="{9CC41D33-468A-4E1B-A69E-96920F215B38}" srcId="{55490F90-CB4B-4D8C-8729-26CDEA6FA54B}" destId="{6B99180A-287D-4FA3-983C-399A973E7D5F}" srcOrd="1" destOrd="0" parTransId="{1E53197D-7EE0-4657-8C6A-B17EA64C33C6}" sibTransId="{CF1BC7FC-1C53-432B-A709-91A89367233A}"/>
    <dgm:cxn modelId="{C2757A38-9CB9-4425-B1AA-ADB70623CAEE}" type="presOf" srcId="{0719E4DA-48B2-4516-9FD9-BA65A0C428BB}" destId="{2ED05C84-FFB6-4954-B133-110EE9B391C6}" srcOrd="0" destOrd="0" presId="urn:microsoft.com/office/officeart/2008/layout/LinedList"/>
    <dgm:cxn modelId="{BA1C3A3C-0B3A-4E7C-9475-8A6E984D2EC4}" srcId="{7453528A-5699-4009-8232-A9A7D16A2F0E}" destId="{A09D8F10-C15B-4655-8D14-5BC2471ADE42}" srcOrd="1" destOrd="0" parTransId="{E0D13F56-8BAD-404B-9EF9-FA4FA0EFF0FD}" sibTransId="{3ACC565C-40DD-4066-91E8-BD8CC1A01B2D}"/>
    <dgm:cxn modelId="{5F2C205B-98E4-4472-98B8-601527C8DD5F}" type="presOf" srcId="{2B98EE6D-D0F9-4C70-BE73-ADD72B4EBDB8}" destId="{518FF538-9704-40A7-8BE4-0D22F0BAF536}" srcOrd="0" destOrd="0" presId="urn:microsoft.com/office/officeart/2008/layout/LinedList"/>
    <dgm:cxn modelId="{16306C5F-86A9-48EC-8AF0-DFA7FC1B5244}" srcId="{55490F90-CB4B-4D8C-8729-26CDEA6FA54B}" destId="{FEC14FF2-759E-47A6-B817-87DB18965F9B}" srcOrd="2" destOrd="0" parTransId="{3C363EB8-0371-4120-9D56-CAE9F3DB5A44}" sibTransId="{CE03CFD0-2048-4FE4-AE6F-F56456FCF892}"/>
    <dgm:cxn modelId="{52080177-1E90-4583-B160-415F5EDC5142}" type="presOf" srcId="{D78A56A5-E3E1-4B56-B441-AB4BD29A1E06}" destId="{40CFE35E-3B23-457D-B2D7-C374329956C0}" srcOrd="0" destOrd="0" presId="urn:microsoft.com/office/officeart/2008/layout/LinedList"/>
    <dgm:cxn modelId="{885A0E85-0E7E-441B-9192-25EAE5E9CCC5}" type="presOf" srcId="{55490F90-CB4B-4D8C-8729-26CDEA6FA54B}" destId="{405CC0BA-E987-4226-9C75-82A11B7D5808}" srcOrd="0" destOrd="0" presId="urn:microsoft.com/office/officeart/2008/layout/LinedList"/>
    <dgm:cxn modelId="{0DC92B8C-1F5E-4231-865F-C32FBB230ACF}" type="presOf" srcId="{FEC14FF2-759E-47A6-B817-87DB18965F9B}" destId="{E018BACD-9DF6-4558-B7F3-E682FF698628}" srcOrd="0" destOrd="0" presId="urn:microsoft.com/office/officeart/2008/layout/LinedList"/>
    <dgm:cxn modelId="{C5ABBF8E-D544-426F-9AF7-32E2E98D23F1}" srcId="{A09D8F10-C15B-4655-8D14-5BC2471ADE42}" destId="{D78A56A5-E3E1-4B56-B441-AB4BD29A1E06}" srcOrd="2" destOrd="0" parTransId="{7E7671BF-E9BC-4B3F-B927-10CC7CA99399}" sibTransId="{0451CAC0-95E8-4004-A0E7-F17F97586A8A}"/>
    <dgm:cxn modelId="{23AC2697-4C06-483B-BA07-5D82B37EFE42}" srcId="{0719E4DA-48B2-4516-9FD9-BA65A0C428BB}" destId="{24EBC0FD-FC2F-4DCB-913D-9037FB42D679}" srcOrd="2" destOrd="0" parTransId="{F38E0E1B-191C-4E4F-A468-ABB76FA5072B}" sibTransId="{532FA85B-FA16-42D2-9574-10CD6EDA1807}"/>
    <dgm:cxn modelId="{CAF79C97-92C5-4C4B-97E8-1B4DD3E333FD}" type="presOf" srcId="{24EBC0FD-FC2F-4DCB-913D-9037FB42D679}" destId="{A16516BD-D492-47C6-9137-38623469DBB7}" srcOrd="0" destOrd="0" presId="urn:microsoft.com/office/officeart/2008/layout/LinedList"/>
    <dgm:cxn modelId="{A5B0FBA5-D5EA-4636-ABF5-6B9F86630A34}" type="presOf" srcId="{32ECCF07-154A-4906-AF48-F86491B8FBDF}" destId="{A576AA1F-590F-40AC-A172-549131D2D160}" srcOrd="0" destOrd="0" presId="urn:microsoft.com/office/officeart/2008/layout/LinedList"/>
    <dgm:cxn modelId="{E88D3AA6-D3C2-4A38-85F4-C0B18D8DF493}" type="presOf" srcId="{8A129C0B-C660-4EB8-B0D0-600E7A9C908D}" destId="{698D6C58-4ACB-48F4-996D-777E030043E2}" srcOrd="0" destOrd="0" presId="urn:microsoft.com/office/officeart/2008/layout/LinedList"/>
    <dgm:cxn modelId="{DF67F8A6-A1B6-4424-8665-9B4D3571B76B}" srcId="{0719E4DA-48B2-4516-9FD9-BA65A0C428BB}" destId="{7838634E-6D25-4136-98AD-720664C49D99}" srcOrd="1" destOrd="0" parTransId="{3552D73E-350D-4B06-9924-11959C145271}" sibTransId="{486029D7-32C3-4C5B-BB63-71F3E3731C90}"/>
    <dgm:cxn modelId="{2445E5AD-BFD1-402A-8A46-FBB19E6AC58C}" type="presOf" srcId="{712D0E32-0B7C-4249-BF26-7310A7BD23A3}" destId="{8BCA31D5-56F8-435D-ACE9-FD73998F8155}" srcOrd="0" destOrd="0" presId="urn:microsoft.com/office/officeart/2008/layout/LinedList"/>
    <dgm:cxn modelId="{58D06AB3-1587-4BA5-984F-4697DDAAD01A}" srcId="{55490F90-CB4B-4D8C-8729-26CDEA6FA54B}" destId="{2B98EE6D-D0F9-4C70-BE73-ADD72B4EBDB8}" srcOrd="0" destOrd="0" parTransId="{8AF4753C-5257-4AAB-BFDC-47759CD2351C}" sibTransId="{74861803-7291-4C92-A201-7CD0D48637CA}"/>
    <dgm:cxn modelId="{517566B4-5F58-42C5-B03F-22997B226344}" type="presOf" srcId="{7453528A-5699-4009-8232-A9A7D16A2F0E}" destId="{6A0A7602-C7CD-4B6E-8F58-FA6B6C267068}" srcOrd="0" destOrd="0" presId="urn:microsoft.com/office/officeart/2008/layout/LinedList"/>
    <dgm:cxn modelId="{02ED55B7-E79A-4046-A19C-5D80A37EC126}" srcId="{0719E4DA-48B2-4516-9FD9-BA65A0C428BB}" destId="{712D0E32-0B7C-4249-BF26-7310A7BD23A3}" srcOrd="0" destOrd="0" parTransId="{890938E8-24BB-4431-BFF6-B9B72F09FDB4}" sibTransId="{CED2768E-2447-49AD-B0E5-035C57A9CDA9}"/>
    <dgm:cxn modelId="{2AAC37C1-5E0A-4A8D-A43D-85C9676AC9B7}" srcId="{A09D8F10-C15B-4655-8D14-5BC2471ADE42}" destId="{0D823278-1712-463B-B5DB-CB2D57E4FDE0}" srcOrd="1" destOrd="0" parTransId="{69FB80CF-2406-4AFD-8FB7-7EBF4D309C04}" sibTransId="{7C29C6AF-2FD3-4948-AF1B-BE2544C4D816}"/>
    <dgm:cxn modelId="{B37705C5-02F3-478B-90C2-A3C97726DCB6}" type="presOf" srcId="{6B99180A-287D-4FA3-983C-399A973E7D5F}" destId="{C375470D-9101-4083-A85F-16B870D2E6A4}" srcOrd="0" destOrd="0" presId="urn:microsoft.com/office/officeart/2008/layout/LinedList"/>
    <dgm:cxn modelId="{AF3AB1D1-E053-42B7-A549-67E11947B26C}" srcId="{55490F90-CB4B-4D8C-8729-26CDEA6FA54B}" destId="{32ECCF07-154A-4906-AF48-F86491B8FBDF}" srcOrd="3" destOrd="0" parTransId="{7BDF3D34-277A-4512-A2BC-F8091DCA7FCE}" sibTransId="{3F508D28-8B31-4148-ABE7-F37A3C5CB359}"/>
    <dgm:cxn modelId="{E18E48D8-11BF-4529-B0AD-82861B1AA8E1}" srcId="{7453528A-5699-4009-8232-A9A7D16A2F0E}" destId="{55490F90-CB4B-4D8C-8729-26CDEA6FA54B}" srcOrd="2" destOrd="0" parTransId="{28E6431E-044E-4923-AFA5-1FD47CB812D6}" sibTransId="{43F00D23-E55C-4158-ABF6-96546453A873}"/>
    <dgm:cxn modelId="{C888EDF4-1405-4488-A587-694F45C14D8A}" type="presOf" srcId="{7838634E-6D25-4136-98AD-720664C49D99}" destId="{913D44F2-C8F1-4CDA-AAF0-37D743E1A5BD}" srcOrd="0" destOrd="0" presId="urn:microsoft.com/office/officeart/2008/layout/LinedList"/>
    <dgm:cxn modelId="{84B7B6FC-4021-49E4-ACB3-FE674B7B5C5F}" type="presOf" srcId="{A09D8F10-C15B-4655-8D14-5BC2471ADE42}" destId="{534A8B57-563B-4E22-B32D-88A1F9C6B918}" srcOrd="0" destOrd="0" presId="urn:microsoft.com/office/officeart/2008/layout/LinedList"/>
    <dgm:cxn modelId="{86F74A18-5518-48B8-B8FB-8AAB47B81CA7}" type="presParOf" srcId="{6A0A7602-C7CD-4B6E-8F58-FA6B6C267068}" destId="{DFC0A97C-95FC-4856-9E32-9E75ECD0B64E}" srcOrd="0" destOrd="0" presId="urn:microsoft.com/office/officeart/2008/layout/LinedList"/>
    <dgm:cxn modelId="{230455C5-8D28-41F8-B96A-F22E6A06D926}" type="presParOf" srcId="{6A0A7602-C7CD-4B6E-8F58-FA6B6C267068}" destId="{DB4F02DE-3056-4960-A3C9-36C6CCAC07AB}" srcOrd="1" destOrd="0" presId="urn:microsoft.com/office/officeart/2008/layout/LinedList"/>
    <dgm:cxn modelId="{35F58215-A11F-4474-BFE9-B6424F5ADCF6}" type="presParOf" srcId="{DB4F02DE-3056-4960-A3C9-36C6CCAC07AB}" destId="{2ED05C84-FFB6-4954-B133-110EE9B391C6}" srcOrd="0" destOrd="0" presId="urn:microsoft.com/office/officeart/2008/layout/LinedList"/>
    <dgm:cxn modelId="{7AFF92BB-296B-4E6D-81D6-E29D2CE6504B}" type="presParOf" srcId="{DB4F02DE-3056-4960-A3C9-36C6CCAC07AB}" destId="{02C8FE26-DBEE-44A2-B4CE-A584DAFBD7A8}" srcOrd="1" destOrd="0" presId="urn:microsoft.com/office/officeart/2008/layout/LinedList"/>
    <dgm:cxn modelId="{88F5035B-B6DD-414D-98B1-E30EE58F40D0}" type="presParOf" srcId="{02C8FE26-DBEE-44A2-B4CE-A584DAFBD7A8}" destId="{8628B267-DB15-4BC2-8678-35C73B5FD41F}" srcOrd="0" destOrd="0" presId="urn:microsoft.com/office/officeart/2008/layout/LinedList"/>
    <dgm:cxn modelId="{272DF55F-7BF9-4610-A3AF-63CCC2FBF45B}" type="presParOf" srcId="{02C8FE26-DBEE-44A2-B4CE-A584DAFBD7A8}" destId="{B0C276D8-DD0F-4C23-B90F-23D02D899B6C}" srcOrd="1" destOrd="0" presId="urn:microsoft.com/office/officeart/2008/layout/LinedList"/>
    <dgm:cxn modelId="{7AF392F4-2904-4AE2-990B-B1148BCC4362}" type="presParOf" srcId="{B0C276D8-DD0F-4C23-B90F-23D02D899B6C}" destId="{18BB0DBC-9729-4E2D-AE6A-E02006E32B4B}" srcOrd="0" destOrd="0" presId="urn:microsoft.com/office/officeart/2008/layout/LinedList"/>
    <dgm:cxn modelId="{374F7380-D322-41AF-8A22-9CF2DAF6D3D3}" type="presParOf" srcId="{B0C276D8-DD0F-4C23-B90F-23D02D899B6C}" destId="{8BCA31D5-56F8-435D-ACE9-FD73998F8155}" srcOrd="1" destOrd="0" presId="urn:microsoft.com/office/officeart/2008/layout/LinedList"/>
    <dgm:cxn modelId="{D2938FDF-9ECA-4F80-8CDD-7A5D5262FBF7}" type="presParOf" srcId="{B0C276D8-DD0F-4C23-B90F-23D02D899B6C}" destId="{A7778759-0E70-47F5-A66A-001294A7F6E1}" srcOrd="2" destOrd="0" presId="urn:microsoft.com/office/officeart/2008/layout/LinedList"/>
    <dgm:cxn modelId="{775C3813-1882-46C5-B04F-427FAC00417E}" type="presParOf" srcId="{02C8FE26-DBEE-44A2-B4CE-A584DAFBD7A8}" destId="{7C113161-21E0-4598-909E-313391E0A2F9}" srcOrd="2" destOrd="0" presId="urn:microsoft.com/office/officeart/2008/layout/LinedList"/>
    <dgm:cxn modelId="{A911454D-57D7-49FD-B341-1541567C12D1}" type="presParOf" srcId="{02C8FE26-DBEE-44A2-B4CE-A584DAFBD7A8}" destId="{8A75DB01-D7D0-4101-B1FC-7BD69453912F}" srcOrd="3" destOrd="0" presId="urn:microsoft.com/office/officeart/2008/layout/LinedList"/>
    <dgm:cxn modelId="{2D9545EC-23F5-4581-90CD-6109130A5E25}" type="presParOf" srcId="{02C8FE26-DBEE-44A2-B4CE-A584DAFBD7A8}" destId="{6899F355-3FB4-4006-A767-C45258225D6A}" srcOrd="4" destOrd="0" presId="urn:microsoft.com/office/officeart/2008/layout/LinedList"/>
    <dgm:cxn modelId="{BE04408E-2842-492D-99F9-0D82ECD150C6}" type="presParOf" srcId="{6899F355-3FB4-4006-A767-C45258225D6A}" destId="{DB390C3E-75C4-4CDA-8688-478403874816}" srcOrd="0" destOrd="0" presId="urn:microsoft.com/office/officeart/2008/layout/LinedList"/>
    <dgm:cxn modelId="{0A42A485-FACE-47DD-9A5F-1AA79539AB32}" type="presParOf" srcId="{6899F355-3FB4-4006-A767-C45258225D6A}" destId="{913D44F2-C8F1-4CDA-AAF0-37D743E1A5BD}" srcOrd="1" destOrd="0" presId="urn:microsoft.com/office/officeart/2008/layout/LinedList"/>
    <dgm:cxn modelId="{A6F6353B-38B7-45B6-BC3F-2F45ACA8AC49}" type="presParOf" srcId="{6899F355-3FB4-4006-A767-C45258225D6A}" destId="{7ACD3AED-2845-45D7-8732-8A555F697EBD}" srcOrd="2" destOrd="0" presId="urn:microsoft.com/office/officeart/2008/layout/LinedList"/>
    <dgm:cxn modelId="{8B3CA4B5-2D82-42DF-9A33-AD92E93C5833}" type="presParOf" srcId="{02C8FE26-DBEE-44A2-B4CE-A584DAFBD7A8}" destId="{4561DF28-E7FA-4DE8-AA2B-93323552C4EB}" srcOrd="5" destOrd="0" presId="urn:microsoft.com/office/officeart/2008/layout/LinedList"/>
    <dgm:cxn modelId="{09FC6AB6-5720-4FEA-B253-5DCDE88655B9}" type="presParOf" srcId="{02C8FE26-DBEE-44A2-B4CE-A584DAFBD7A8}" destId="{FAF3E583-99C1-4A4F-AC8F-796C66D0EDA2}" srcOrd="6" destOrd="0" presId="urn:microsoft.com/office/officeart/2008/layout/LinedList"/>
    <dgm:cxn modelId="{98F75498-32C6-463A-B00E-BD197440DB60}" type="presParOf" srcId="{02C8FE26-DBEE-44A2-B4CE-A584DAFBD7A8}" destId="{463D936E-FCB6-410A-8D74-3A4CC321FE9F}" srcOrd="7" destOrd="0" presId="urn:microsoft.com/office/officeart/2008/layout/LinedList"/>
    <dgm:cxn modelId="{5F10C4A3-2326-4826-858C-91F9E337246D}" type="presParOf" srcId="{463D936E-FCB6-410A-8D74-3A4CC321FE9F}" destId="{4D79F6AD-253D-4171-B07C-5308EB56FF6B}" srcOrd="0" destOrd="0" presId="urn:microsoft.com/office/officeart/2008/layout/LinedList"/>
    <dgm:cxn modelId="{906F9B32-73C4-42E0-BC63-D6297B39D85D}" type="presParOf" srcId="{463D936E-FCB6-410A-8D74-3A4CC321FE9F}" destId="{A16516BD-D492-47C6-9137-38623469DBB7}" srcOrd="1" destOrd="0" presId="urn:microsoft.com/office/officeart/2008/layout/LinedList"/>
    <dgm:cxn modelId="{4961B63E-2A9C-4AFF-B89D-AA9579D363D7}" type="presParOf" srcId="{463D936E-FCB6-410A-8D74-3A4CC321FE9F}" destId="{5986368D-B216-4B2A-AA2C-2276C3C5F966}" srcOrd="2" destOrd="0" presId="urn:microsoft.com/office/officeart/2008/layout/LinedList"/>
    <dgm:cxn modelId="{05078E84-FAF3-4273-B670-F165F5E8CBF2}" type="presParOf" srcId="{02C8FE26-DBEE-44A2-B4CE-A584DAFBD7A8}" destId="{D264E2BC-98C8-4EB4-9C60-05ED093D956F}" srcOrd="8" destOrd="0" presId="urn:microsoft.com/office/officeart/2008/layout/LinedList"/>
    <dgm:cxn modelId="{DC8BAF08-D1A5-47AC-B2E8-52A4F0594319}" type="presParOf" srcId="{02C8FE26-DBEE-44A2-B4CE-A584DAFBD7A8}" destId="{99EC7EEC-E6F4-402E-AB76-CC9353B58314}" srcOrd="9" destOrd="0" presId="urn:microsoft.com/office/officeart/2008/layout/LinedList"/>
    <dgm:cxn modelId="{24036D90-439F-4061-A837-82B1785E045E}" type="presParOf" srcId="{6A0A7602-C7CD-4B6E-8F58-FA6B6C267068}" destId="{4E2FEFA0-5422-4B24-81AE-69E09F3AE6FD}" srcOrd="2" destOrd="0" presId="urn:microsoft.com/office/officeart/2008/layout/LinedList"/>
    <dgm:cxn modelId="{0F8D1716-8CFB-4429-8FA1-50A79D7E1C7D}" type="presParOf" srcId="{6A0A7602-C7CD-4B6E-8F58-FA6B6C267068}" destId="{9FF31946-9292-4D8B-86B1-1FDAEA4B8030}" srcOrd="3" destOrd="0" presId="urn:microsoft.com/office/officeart/2008/layout/LinedList"/>
    <dgm:cxn modelId="{99B8E89C-A4B6-4C07-8896-A5B8A97BF0D9}" type="presParOf" srcId="{9FF31946-9292-4D8B-86B1-1FDAEA4B8030}" destId="{534A8B57-563B-4E22-B32D-88A1F9C6B918}" srcOrd="0" destOrd="0" presId="urn:microsoft.com/office/officeart/2008/layout/LinedList"/>
    <dgm:cxn modelId="{AB388FE0-3F97-4BF1-B1DA-B985F0E054AA}" type="presParOf" srcId="{9FF31946-9292-4D8B-86B1-1FDAEA4B8030}" destId="{695DA832-BA12-462E-B28F-BAC0B0AC0E14}" srcOrd="1" destOrd="0" presId="urn:microsoft.com/office/officeart/2008/layout/LinedList"/>
    <dgm:cxn modelId="{265E4F06-0C9A-4379-BC71-76E7900BCFE4}" type="presParOf" srcId="{695DA832-BA12-462E-B28F-BAC0B0AC0E14}" destId="{368F30A4-DA6F-4BB4-AE7F-2FE19BD87D2F}" srcOrd="0" destOrd="0" presId="urn:microsoft.com/office/officeart/2008/layout/LinedList"/>
    <dgm:cxn modelId="{523F3087-7CAB-4A48-9AE8-DF218904AE98}" type="presParOf" srcId="{695DA832-BA12-462E-B28F-BAC0B0AC0E14}" destId="{2DEAB5C5-106C-4522-BD8C-439AD00724C0}" srcOrd="1" destOrd="0" presId="urn:microsoft.com/office/officeart/2008/layout/LinedList"/>
    <dgm:cxn modelId="{ADB3B0B7-36F6-49E2-9A70-002212DFDB50}" type="presParOf" srcId="{2DEAB5C5-106C-4522-BD8C-439AD00724C0}" destId="{FCEBC5AD-2BBC-4A5E-916F-542E9FF94AA5}" srcOrd="0" destOrd="0" presId="urn:microsoft.com/office/officeart/2008/layout/LinedList"/>
    <dgm:cxn modelId="{E7480500-946A-4B21-A6F3-883CA37B1DC6}" type="presParOf" srcId="{2DEAB5C5-106C-4522-BD8C-439AD00724C0}" destId="{698D6C58-4ACB-48F4-996D-777E030043E2}" srcOrd="1" destOrd="0" presId="urn:microsoft.com/office/officeart/2008/layout/LinedList"/>
    <dgm:cxn modelId="{BFAE2269-0DA0-4511-9531-8E5C820F9FF8}" type="presParOf" srcId="{2DEAB5C5-106C-4522-BD8C-439AD00724C0}" destId="{913399F0-DE38-4352-94E4-F9519178C6BE}" srcOrd="2" destOrd="0" presId="urn:microsoft.com/office/officeart/2008/layout/LinedList"/>
    <dgm:cxn modelId="{D11398FD-B039-44C1-AF16-64ED3BC261B5}" type="presParOf" srcId="{695DA832-BA12-462E-B28F-BAC0B0AC0E14}" destId="{B84946AB-6DB6-4E36-8416-25C6CD7E40B4}" srcOrd="2" destOrd="0" presId="urn:microsoft.com/office/officeart/2008/layout/LinedList"/>
    <dgm:cxn modelId="{FD910627-2653-4DE0-829D-B330C28DF9E4}" type="presParOf" srcId="{695DA832-BA12-462E-B28F-BAC0B0AC0E14}" destId="{2ABCDC2E-FDFF-4CE9-A395-A78D27E15C5C}" srcOrd="3" destOrd="0" presId="urn:microsoft.com/office/officeart/2008/layout/LinedList"/>
    <dgm:cxn modelId="{9A86FF62-720A-4F36-B181-FAB3B99F8C93}" type="presParOf" srcId="{695DA832-BA12-462E-B28F-BAC0B0AC0E14}" destId="{A0192A34-5DC0-4BCB-AC6B-12DAC4A50529}" srcOrd="4" destOrd="0" presId="urn:microsoft.com/office/officeart/2008/layout/LinedList"/>
    <dgm:cxn modelId="{987317B3-3BA1-4C51-908A-5CC00B4C89E3}" type="presParOf" srcId="{A0192A34-5DC0-4BCB-AC6B-12DAC4A50529}" destId="{AA1F66CB-25BD-4CB1-A5CB-124DD2E7DF05}" srcOrd="0" destOrd="0" presId="urn:microsoft.com/office/officeart/2008/layout/LinedList"/>
    <dgm:cxn modelId="{C7C49C42-5E3E-4C12-94BF-87FB53070062}" type="presParOf" srcId="{A0192A34-5DC0-4BCB-AC6B-12DAC4A50529}" destId="{C602E54F-81D7-4662-A11C-6EFAA1DBCC31}" srcOrd="1" destOrd="0" presId="urn:microsoft.com/office/officeart/2008/layout/LinedList"/>
    <dgm:cxn modelId="{DBA0958B-C350-479A-BB26-B9311A197DAC}" type="presParOf" srcId="{A0192A34-5DC0-4BCB-AC6B-12DAC4A50529}" destId="{1D32CDC7-8050-4478-A472-FAD8847ACAD7}" srcOrd="2" destOrd="0" presId="urn:microsoft.com/office/officeart/2008/layout/LinedList"/>
    <dgm:cxn modelId="{EEE6E471-35A0-4A53-84C7-6BA83C2FFD1D}" type="presParOf" srcId="{695DA832-BA12-462E-B28F-BAC0B0AC0E14}" destId="{1C9D7D4D-BA98-4E19-810D-DD6F714128AC}" srcOrd="5" destOrd="0" presId="urn:microsoft.com/office/officeart/2008/layout/LinedList"/>
    <dgm:cxn modelId="{52769672-4123-4A85-BA52-9DFC802C1679}" type="presParOf" srcId="{695DA832-BA12-462E-B28F-BAC0B0AC0E14}" destId="{D761B136-E0D8-40C7-9A65-94BD9541DD33}" srcOrd="6" destOrd="0" presId="urn:microsoft.com/office/officeart/2008/layout/LinedList"/>
    <dgm:cxn modelId="{C7C20379-9C9E-48A8-B8E2-6F29612A9141}" type="presParOf" srcId="{695DA832-BA12-462E-B28F-BAC0B0AC0E14}" destId="{5145994F-49DD-4983-970B-267ACCADA68A}" srcOrd="7" destOrd="0" presId="urn:microsoft.com/office/officeart/2008/layout/LinedList"/>
    <dgm:cxn modelId="{B09C8287-3A8A-4299-A64C-2C23BABB1F18}" type="presParOf" srcId="{5145994F-49DD-4983-970B-267ACCADA68A}" destId="{BC62CF24-FE6C-4D88-BDB7-4C43E2AE50E9}" srcOrd="0" destOrd="0" presId="urn:microsoft.com/office/officeart/2008/layout/LinedList"/>
    <dgm:cxn modelId="{6ABDE91E-AF78-4D5B-A1A0-F50AC114F4A3}" type="presParOf" srcId="{5145994F-49DD-4983-970B-267ACCADA68A}" destId="{40CFE35E-3B23-457D-B2D7-C374329956C0}" srcOrd="1" destOrd="0" presId="urn:microsoft.com/office/officeart/2008/layout/LinedList"/>
    <dgm:cxn modelId="{B5AD2B76-A546-4DED-8DDF-2F4AC070F56D}" type="presParOf" srcId="{5145994F-49DD-4983-970B-267ACCADA68A}" destId="{C00FEA53-B135-4E6A-B876-C93011E88495}" srcOrd="2" destOrd="0" presId="urn:microsoft.com/office/officeart/2008/layout/LinedList"/>
    <dgm:cxn modelId="{70BC6DA8-F028-4F8F-A58E-0DF6FFB717C8}" type="presParOf" srcId="{695DA832-BA12-462E-B28F-BAC0B0AC0E14}" destId="{68FC58E4-9739-4A9F-956B-1C11A7B93027}" srcOrd="8" destOrd="0" presId="urn:microsoft.com/office/officeart/2008/layout/LinedList"/>
    <dgm:cxn modelId="{560EBD91-C41A-4B1E-8A95-90468E5A9E5C}" type="presParOf" srcId="{695DA832-BA12-462E-B28F-BAC0B0AC0E14}" destId="{DAA157DD-35B1-4620-9E7C-D78CED407165}" srcOrd="9" destOrd="0" presId="urn:microsoft.com/office/officeart/2008/layout/LinedList"/>
    <dgm:cxn modelId="{D00B0F56-5143-4B53-9DDB-98C89A41950B}" type="presParOf" srcId="{6A0A7602-C7CD-4B6E-8F58-FA6B6C267068}" destId="{6D07E16E-65AE-4AB1-AD65-F717BD114AB1}" srcOrd="4" destOrd="0" presId="urn:microsoft.com/office/officeart/2008/layout/LinedList"/>
    <dgm:cxn modelId="{90A551B6-1A23-44E6-AF0C-298AD20208DF}" type="presParOf" srcId="{6A0A7602-C7CD-4B6E-8F58-FA6B6C267068}" destId="{701605DE-6AF9-4443-929F-89E07B984E97}" srcOrd="5" destOrd="0" presId="urn:microsoft.com/office/officeart/2008/layout/LinedList"/>
    <dgm:cxn modelId="{3D082516-A663-44B1-946A-1F5ABED131D4}" type="presParOf" srcId="{701605DE-6AF9-4443-929F-89E07B984E97}" destId="{405CC0BA-E987-4226-9C75-82A11B7D5808}" srcOrd="0" destOrd="0" presId="urn:microsoft.com/office/officeart/2008/layout/LinedList"/>
    <dgm:cxn modelId="{3965A963-D4A8-429E-9444-4CC190AD088B}" type="presParOf" srcId="{701605DE-6AF9-4443-929F-89E07B984E97}" destId="{E17B2263-9A88-42E9-877A-EF001D1BEFD4}" srcOrd="1" destOrd="0" presId="urn:microsoft.com/office/officeart/2008/layout/LinedList"/>
    <dgm:cxn modelId="{C334318D-F7A7-4D19-A66E-7C39B5E06B60}" type="presParOf" srcId="{E17B2263-9A88-42E9-877A-EF001D1BEFD4}" destId="{A6FDB06D-2A9F-4897-88A1-9CAEB590B71C}" srcOrd="0" destOrd="0" presId="urn:microsoft.com/office/officeart/2008/layout/LinedList"/>
    <dgm:cxn modelId="{52720641-5035-4F53-834B-375F3D517E2B}" type="presParOf" srcId="{E17B2263-9A88-42E9-877A-EF001D1BEFD4}" destId="{72278BE1-0DB9-4826-B5E5-7C423A8D3CC8}" srcOrd="1" destOrd="0" presId="urn:microsoft.com/office/officeart/2008/layout/LinedList"/>
    <dgm:cxn modelId="{FFB5CCA9-E4E3-46CA-8D0C-AE390FC57D5D}" type="presParOf" srcId="{72278BE1-0DB9-4826-B5E5-7C423A8D3CC8}" destId="{CCCE1C5A-C466-4786-ABE1-3296BFA4EF11}" srcOrd="0" destOrd="0" presId="urn:microsoft.com/office/officeart/2008/layout/LinedList"/>
    <dgm:cxn modelId="{769A6014-6B6B-445F-8A01-47E4C078BC29}" type="presParOf" srcId="{72278BE1-0DB9-4826-B5E5-7C423A8D3CC8}" destId="{518FF538-9704-40A7-8BE4-0D22F0BAF536}" srcOrd="1" destOrd="0" presId="urn:microsoft.com/office/officeart/2008/layout/LinedList"/>
    <dgm:cxn modelId="{1C8CB1CF-BAF2-4C4D-AE85-1F89D7D85650}" type="presParOf" srcId="{72278BE1-0DB9-4826-B5E5-7C423A8D3CC8}" destId="{0D9F88F6-F1D8-4F0F-BDCC-3C05D7E29405}" srcOrd="2" destOrd="0" presId="urn:microsoft.com/office/officeart/2008/layout/LinedList"/>
    <dgm:cxn modelId="{CE4D483B-FA0A-4CE6-8DA6-CB6E809CE7C5}" type="presParOf" srcId="{E17B2263-9A88-42E9-877A-EF001D1BEFD4}" destId="{59EF4C75-FACE-4DDB-B939-8ED88888E289}" srcOrd="2" destOrd="0" presId="urn:microsoft.com/office/officeart/2008/layout/LinedList"/>
    <dgm:cxn modelId="{BEB30246-02D5-4A34-B341-03FFFB533DEB}" type="presParOf" srcId="{E17B2263-9A88-42E9-877A-EF001D1BEFD4}" destId="{A7174BCE-8C7E-4D99-8039-95E027AA9678}" srcOrd="3" destOrd="0" presId="urn:microsoft.com/office/officeart/2008/layout/LinedList"/>
    <dgm:cxn modelId="{23AE36C3-6A1C-44FE-8CF5-42DCAAEBBED0}" type="presParOf" srcId="{E17B2263-9A88-42E9-877A-EF001D1BEFD4}" destId="{E0E39DF0-89B6-4DE9-9378-EDFBB650D066}" srcOrd="4" destOrd="0" presId="urn:microsoft.com/office/officeart/2008/layout/LinedList"/>
    <dgm:cxn modelId="{86612875-6863-4E72-AF6B-2CF614873756}" type="presParOf" srcId="{E0E39DF0-89B6-4DE9-9378-EDFBB650D066}" destId="{C2F07D66-3694-45A8-AD3C-3EB1FA48A212}" srcOrd="0" destOrd="0" presId="urn:microsoft.com/office/officeart/2008/layout/LinedList"/>
    <dgm:cxn modelId="{79A6A8A3-70FB-4444-8950-F86FDC1EEA49}" type="presParOf" srcId="{E0E39DF0-89B6-4DE9-9378-EDFBB650D066}" destId="{C375470D-9101-4083-A85F-16B870D2E6A4}" srcOrd="1" destOrd="0" presId="urn:microsoft.com/office/officeart/2008/layout/LinedList"/>
    <dgm:cxn modelId="{384F9362-3A2C-4E63-A640-69613D5C86A3}" type="presParOf" srcId="{E0E39DF0-89B6-4DE9-9378-EDFBB650D066}" destId="{6BE3F3D3-1CC4-4548-9B56-C12328BFFAD6}" srcOrd="2" destOrd="0" presId="urn:microsoft.com/office/officeart/2008/layout/LinedList"/>
    <dgm:cxn modelId="{8B0EBB53-D018-4008-A3CD-23449CDD6C1C}" type="presParOf" srcId="{E17B2263-9A88-42E9-877A-EF001D1BEFD4}" destId="{26C86F5A-26F6-4871-8339-A8169D98C1AD}" srcOrd="5" destOrd="0" presId="urn:microsoft.com/office/officeart/2008/layout/LinedList"/>
    <dgm:cxn modelId="{D2719383-20AB-42F9-A876-9D227A7DB4E1}" type="presParOf" srcId="{E17B2263-9A88-42E9-877A-EF001D1BEFD4}" destId="{864C4589-9166-41EB-B8C5-1420A75C326A}" srcOrd="6" destOrd="0" presId="urn:microsoft.com/office/officeart/2008/layout/LinedList"/>
    <dgm:cxn modelId="{10C841FE-273F-42E7-8F38-8C120F63BC81}" type="presParOf" srcId="{E17B2263-9A88-42E9-877A-EF001D1BEFD4}" destId="{D8342E09-BE05-46D1-BD01-4A5C6286E05F}" srcOrd="7" destOrd="0" presId="urn:microsoft.com/office/officeart/2008/layout/LinedList"/>
    <dgm:cxn modelId="{AF8C1B73-E99F-49ED-871B-03D7DDA7A551}" type="presParOf" srcId="{D8342E09-BE05-46D1-BD01-4A5C6286E05F}" destId="{093F3632-FBD3-4ED4-9EB6-55121F75F78D}" srcOrd="0" destOrd="0" presId="urn:microsoft.com/office/officeart/2008/layout/LinedList"/>
    <dgm:cxn modelId="{826A3E1C-3C0E-438C-B039-7BBD9644ACA5}" type="presParOf" srcId="{D8342E09-BE05-46D1-BD01-4A5C6286E05F}" destId="{E018BACD-9DF6-4558-B7F3-E682FF698628}" srcOrd="1" destOrd="0" presId="urn:microsoft.com/office/officeart/2008/layout/LinedList"/>
    <dgm:cxn modelId="{4B59193D-D3BB-44E3-8680-1D6613D7E04C}" type="presParOf" srcId="{D8342E09-BE05-46D1-BD01-4A5C6286E05F}" destId="{BD20B4B9-24C6-45CA-B18C-D4EB698D2439}" srcOrd="2" destOrd="0" presId="urn:microsoft.com/office/officeart/2008/layout/LinedList"/>
    <dgm:cxn modelId="{7A3C7820-96DA-491C-ACAD-B4143308E7DD}" type="presParOf" srcId="{E17B2263-9A88-42E9-877A-EF001D1BEFD4}" destId="{EC1A59E7-2EC6-4D97-94FB-C90A6CB271B4}" srcOrd="8" destOrd="0" presId="urn:microsoft.com/office/officeart/2008/layout/LinedList"/>
    <dgm:cxn modelId="{D393D40D-3612-4E57-B640-299E1F6C7079}" type="presParOf" srcId="{E17B2263-9A88-42E9-877A-EF001D1BEFD4}" destId="{FBC75B6D-5EF1-4290-A52D-1A8E28CF90F8}" srcOrd="9" destOrd="0" presId="urn:microsoft.com/office/officeart/2008/layout/LinedList"/>
    <dgm:cxn modelId="{D19F08B9-60D6-4E01-BF98-6499030E51BF}" type="presParOf" srcId="{E17B2263-9A88-42E9-877A-EF001D1BEFD4}" destId="{F7C35233-DEBD-4A0A-B615-2107CF7C38FB}" srcOrd="10" destOrd="0" presId="urn:microsoft.com/office/officeart/2008/layout/LinedList"/>
    <dgm:cxn modelId="{A6540DA6-A583-4118-80CB-021008214474}" type="presParOf" srcId="{F7C35233-DEBD-4A0A-B615-2107CF7C38FB}" destId="{C82D034F-69D5-43E7-A7C1-72DF95084E08}" srcOrd="0" destOrd="0" presId="urn:microsoft.com/office/officeart/2008/layout/LinedList"/>
    <dgm:cxn modelId="{73FDD530-3E06-487C-968B-770556C14AB0}" type="presParOf" srcId="{F7C35233-DEBD-4A0A-B615-2107CF7C38FB}" destId="{A576AA1F-590F-40AC-A172-549131D2D160}" srcOrd="1" destOrd="0" presId="urn:microsoft.com/office/officeart/2008/layout/LinedList"/>
    <dgm:cxn modelId="{8A6F8C5F-DCAC-42F2-8A2F-6CC18EC90B9A}" type="presParOf" srcId="{F7C35233-DEBD-4A0A-B615-2107CF7C38FB}" destId="{D22B5B14-81B4-4405-8AE3-E34128AA6976}" srcOrd="2" destOrd="0" presId="urn:microsoft.com/office/officeart/2008/layout/LinedList"/>
    <dgm:cxn modelId="{3E685EF1-D12A-4179-A8BF-B61DB0748E08}" type="presParOf" srcId="{E17B2263-9A88-42E9-877A-EF001D1BEFD4}" destId="{57B42508-C467-4BCA-9D17-1B430B417CFA}" srcOrd="11" destOrd="0" presId="urn:microsoft.com/office/officeart/2008/layout/LinedList"/>
    <dgm:cxn modelId="{2B599F3D-8669-46E8-B639-8C2AE087BCB6}" type="presParOf" srcId="{E17B2263-9A88-42E9-877A-EF001D1BEFD4}" destId="{2B6C28AD-2D8A-4494-BF60-922294F44E5A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40B101-60A6-4DB0-B8EB-81C32D8657A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653E5F8-ECDF-4CE2-B11B-83CB6BCD9DE4}">
      <dgm:prSet/>
      <dgm:spPr/>
      <dgm:t>
        <a:bodyPr/>
        <a:lstStyle/>
        <a:p>
          <a:r>
            <a:rPr lang="en-US"/>
            <a:t>Of the ML models investigated, Gradient boost performed the best in predicting the compressive strength</a:t>
          </a:r>
        </a:p>
      </dgm:t>
    </dgm:pt>
    <dgm:pt modelId="{DB39AF41-E171-4B63-9D55-4AFC3DA250C7}" type="parTrans" cxnId="{C95E8243-CBCE-43E8-9B7C-8A4F736F7B2C}">
      <dgm:prSet/>
      <dgm:spPr/>
      <dgm:t>
        <a:bodyPr/>
        <a:lstStyle/>
        <a:p>
          <a:endParaRPr lang="en-US"/>
        </a:p>
      </dgm:t>
    </dgm:pt>
    <dgm:pt modelId="{0E59DA34-1903-449E-A3D0-95C288EC55FF}" type="sibTrans" cxnId="{C95E8243-CBCE-43E8-9B7C-8A4F736F7B2C}">
      <dgm:prSet/>
      <dgm:spPr/>
      <dgm:t>
        <a:bodyPr/>
        <a:lstStyle/>
        <a:p>
          <a:endParaRPr lang="en-US"/>
        </a:p>
      </dgm:t>
    </dgm:pt>
    <dgm:pt modelId="{0E30F39D-556B-4A73-AEF4-0B3957F85F1C}">
      <dgm:prSet/>
      <dgm:spPr/>
      <dgm:t>
        <a:bodyPr/>
        <a:lstStyle/>
        <a:p>
          <a:r>
            <a:rPr lang="en-US"/>
            <a:t>Water-cement ratio and age are two of the most important factors in determining compressive strength</a:t>
          </a:r>
        </a:p>
      </dgm:t>
    </dgm:pt>
    <dgm:pt modelId="{B6AF0456-4486-4BE7-A047-5FBF0B4C20FB}" type="parTrans" cxnId="{BB28C561-3C86-4E0F-860E-370D9EA8ABD9}">
      <dgm:prSet/>
      <dgm:spPr/>
      <dgm:t>
        <a:bodyPr/>
        <a:lstStyle/>
        <a:p>
          <a:endParaRPr lang="en-US"/>
        </a:p>
      </dgm:t>
    </dgm:pt>
    <dgm:pt modelId="{048D0EBA-C0BA-48F0-9184-5ADCFC5BF966}" type="sibTrans" cxnId="{BB28C561-3C86-4E0F-860E-370D9EA8ABD9}">
      <dgm:prSet/>
      <dgm:spPr/>
      <dgm:t>
        <a:bodyPr/>
        <a:lstStyle/>
        <a:p>
          <a:endParaRPr lang="en-US"/>
        </a:p>
      </dgm:t>
    </dgm:pt>
    <dgm:pt modelId="{F636D491-2B00-42EC-82DD-6C730D82ED47}">
      <dgm:prSet/>
      <dgm:spPr/>
      <dgm:t>
        <a:bodyPr/>
        <a:lstStyle/>
        <a:p>
          <a:r>
            <a:rPr lang="en-US"/>
            <a:t>A more robust study of concrete effectiveness would require analysis of other properties, i.e tensile strength, durability, thermal resistance.</a:t>
          </a:r>
        </a:p>
      </dgm:t>
    </dgm:pt>
    <dgm:pt modelId="{C2AEBA34-71DC-4675-B082-5245CF42F33B}" type="parTrans" cxnId="{AFEB06A4-650E-4175-A53F-B7D1CDB3F669}">
      <dgm:prSet/>
      <dgm:spPr/>
      <dgm:t>
        <a:bodyPr/>
        <a:lstStyle/>
        <a:p>
          <a:endParaRPr lang="en-US"/>
        </a:p>
      </dgm:t>
    </dgm:pt>
    <dgm:pt modelId="{78E1FFC6-1A3E-443A-AFEB-DEFFCFD0838C}" type="sibTrans" cxnId="{AFEB06A4-650E-4175-A53F-B7D1CDB3F669}">
      <dgm:prSet/>
      <dgm:spPr/>
      <dgm:t>
        <a:bodyPr/>
        <a:lstStyle/>
        <a:p>
          <a:endParaRPr lang="en-US"/>
        </a:p>
      </dgm:t>
    </dgm:pt>
    <dgm:pt modelId="{0EC20C10-20C9-4025-B67E-AD5562C04F1C}" type="pres">
      <dgm:prSet presAssocID="{7E40B101-60A6-4DB0-B8EB-81C32D8657AC}" presName="linear" presStyleCnt="0">
        <dgm:presLayoutVars>
          <dgm:animLvl val="lvl"/>
          <dgm:resizeHandles val="exact"/>
        </dgm:presLayoutVars>
      </dgm:prSet>
      <dgm:spPr/>
    </dgm:pt>
    <dgm:pt modelId="{628C2593-4FCC-410F-BD61-F59B2D639BDA}" type="pres">
      <dgm:prSet presAssocID="{2653E5F8-ECDF-4CE2-B11B-83CB6BCD9DE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126D549-B7B7-417A-9B9E-F5DE16C518D1}" type="pres">
      <dgm:prSet presAssocID="{0E59DA34-1903-449E-A3D0-95C288EC55FF}" presName="spacer" presStyleCnt="0"/>
      <dgm:spPr/>
    </dgm:pt>
    <dgm:pt modelId="{16BD49E0-C34B-4236-BACA-740A99AB0ED1}" type="pres">
      <dgm:prSet presAssocID="{0E30F39D-556B-4A73-AEF4-0B3957F85F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EFD9F5-5017-4996-8008-84EBB2FD66A8}" type="pres">
      <dgm:prSet presAssocID="{048D0EBA-C0BA-48F0-9184-5ADCFC5BF966}" presName="spacer" presStyleCnt="0"/>
      <dgm:spPr/>
    </dgm:pt>
    <dgm:pt modelId="{21744344-58CF-4167-83D3-0C8C18CB75A0}" type="pres">
      <dgm:prSet presAssocID="{F636D491-2B00-42EC-82DD-6C730D82ED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6333219-8E00-432D-9E38-6ED483FF2A66}" type="presOf" srcId="{7E40B101-60A6-4DB0-B8EB-81C32D8657AC}" destId="{0EC20C10-20C9-4025-B67E-AD5562C04F1C}" srcOrd="0" destOrd="0" presId="urn:microsoft.com/office/officeart/2005/8/layout/vList2"/>
    <dgm:cxn modelId="{BB28C561-3C86-4E0F-860E-370D9EA8ABD9}" srcId="{7E40B101-60A6-4DB0-B8EB-81C32D8657AC}" destId="{0E30F39D-556B-4A73-AEF4-0B3957F85F1C}" srcOrd="1" destOrd="0" parTransId="{B6AF0456-4486-4BE7-A047-5FBF0B4C20FB}" sibTransId="{048D0EBA-C0BA-48F0-9184-5ADCFC5BF966}"/>
    <dgm:cxn modelId="{C95E8243-CBCE-43E8-9B7C-8A4F736F7B2C}" srcId="{7E40B101-60A6-4DB0-B8EB-81C32D8657AC}" destId="{2653E5F8-ECDF-4CE2-B11B-83CB6BCD9DE4}" srcOrd="0" destOrd="0" parTransId="{DB39AF41-E171-4B63-9D55-4AFC3DA250C7}" sibTransId="{0E59DA34-1903-449E-A3D0-95C288EC55FF}"/>
    <dgm:cxn modelId="{A879D16C-9A61-4495-9F23-7455D38CCAE8}" type="presOf" srcId="{0E30F39D-556B-4A73-AEF4-0B3957F85F1C}" destId="{16BD49E0-C34B-4236-BACA-740A99AB0ED1}" srcOrd="0" destOrd="0" presId="urn:microsoft.com/office/officeart/2005/8/layout/vList2"/>
    <dgm:cxn modelId="{AFEB06A4-650E-4175-A53F-B7D1CDB3F669}" srcId="{7E40B101-60A6-4DB0-B8EB-81C32D8657AC}" destId="{F636D491-2B00-42EC-82DD-6C730D82ED47}" srcOrd="2" destOrd="0" parTransId="{C2AEBA34-71DC-4675-B082-5245CF42F33B}" sibTransId="{78E1FFC6-1A3E-443A-AFEB-DEFFCFD0838C}"/>
    <dgm:cxn modelId="{655B78B9-04A7-4813-82FA-DED884CE05A2}" type="presOf" srcId="{F636D491-2B00-42EC-82DD-6C730D82ED47}" destId="{21744344-58CF-4167-83D3-0C8C18CB75A0}" srcOrd="0" destOrd="0" presId="urn:microsoft.com/office/officeart/2005/8/layout/vList2"/>
    <dgm:cxn modelId="{25A986CB-C973-4D35-AF22-8962090FB965}" type="presOf" srcId="{2653E5F8-ECDF-4CE2-B11B-83CB6BCD9DE4}" destId="{628C2593-4FCC-410F-BD61-F59B2D639BDA}" srcOrd="0" destOrd="0" presId="urn:microsoft.com/office/officeart/2005/8/layout/vList2"/>
    <dgm:cxn modelId="{AEBA3367-3989-4916-A5D9-3A1A8F95E5DE}" type="presParOf" srcId="{0EC20C10-20C9-4025-B67E-AD5562C04F1C}" destId="{628C2593-4FCC-410F-BD61-F59B2D639BDA}" srcOrd="0" destOrd="0" presId="urn:microsoft.com/office/officeart/2005/8/layout/vList2"/>
    <dgm:cxn modelId="{6BEADD9A-071E-495B-BCA2-62C22891CF43}" type="presParOf" srcId="{0EC20C10-20C9-4025-B67E-AD5562C04F1C}" destId="{8126D549-B7B7-417A-9B9E-F5DE16C518D1}" srcOrd="1" destOrd="0" presId="urn:microsoft.com/office/officeart/2005/8/layout/vList2"/>
    <dgm:cxn modelId="{435A639F-1BF4-4133-A6ED-71512AC92E6F}" type="presParOf" srcId="{0EC20C10-20C9-4025-B67E-AD5562C04F1C}" destId="{16BD49E0-C34B-4236-BACA-740A99AB0ED1}" srcOrd="2" destOrd="0" presId="urn:microsoft.com/office/officeart/2005/8/layout/vList2"/>
    <dgm:cxn modelId="{ED4F2271-C9F2-49D2-B59F-47F46A37A33F}" type="presParOf" srcId="{0EC20C10-20C9-4025-B67E-AD5562C04F1C}" destId="{3AEFD9F5-5017-4996-8008-84EBB2FD66A8}" srcOrd="3" destOrd="0" presId="urn:microsoft.com/office/officeart/2005/8/layout/vList2"/>
    <dgm:cxn modelId="{4FF504C0-4F7A-4F4B-863C-23530188BDC7}" type="presParOf" srcId="{0EC20C10-20C9-4025-B67E-AD5562C04F1C}" destId="{21744344-58CF-4167-83D3-0C8C18CB75A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0A97C-95FC-4856-9E32-9E75ECD0B64E}">
      <dsp:nvSpPr>
        <dsp:cNvPr id="0" name=""/>
        <dsp:cNvSpPr/>
      </dsp:nvSpPr>
      <dsp:spPr>
        <a:xfrm>
          <a:off x="0" y="207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05C84-FFB6-4954-B133-110EE9B391C6}">
      <dsp:nvSpPr>
        <dsp:cNvPr id="0" name=""/>
        <dsp:cNvSpPr/>
      </dsp:nvSpPr>
      <dsp:spPr>
        <a:xfrm>
          <a:off x="0" y="207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Preprocessing:</a:t>
          </a:r>
        </a:p>
      </dsp:txBody>
      <dsp:txXfrm>
        <a:off x="0" y="2073"/>
        <a:ext cx="2202259" cy="1414389"/>
      </dsp:txXfrm>
    </dsp:sp>
    <dsp:sp modelId="{8BCA31D5-56F8-435D-ACE9-FD73998F8155}">
      <dsp:nvSpPr>
        <dsp:cNvPr id="0" name=""/>
        <dsp:cNvSpPr/>
      </dsp:nvSpPr>
      <dsp:spPr>
        <a:xfrm>
          <a:off x="2367428" y="2417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 the data row-wise. I.e. mixture components as fractions of the whole</a:t>
          </a:r>
        </a:p>
      </dsp:txBody>
      <dsp:txXfrm>
        <a:off x="2367428" y="24173"/>
        <a:ext cx="8643867" cy="441996"/>
      </dsp:txXfrm>
    </dsp:sp>
    <dsp:sp modelId="{7C113161-21E0-4598-909E-313391E0A2F9}">
      <dsp:nvSpPr>
        <dsp:cNvPr id="0" name=""/>
        <dsp:cNvSpPr/>
      </dsp:nvSpPr>
      <dsp:spPr>
        <a:xfrm>
          <a:off x="2202259" y="46617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D44F2-C8F1-4CDA-AAF0-37D743E1A5BD}">
      <dsp:nvSpPr>
        <dsp:cNvPr id="0" name=""/>
        <dsp:cNvSpPr/>
      </dsp:nvSpPr>
      <dsp:spPr>
        <a:xfrm>
          <a:off x="2367428" y="488270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‘Age’ feature, use min-max scaling on the column</a:t>
          </a:r>
        </a:p>
      </dsp:txBody>
      <dsp:txXfrm>
        <a:off x="2367428" y="488270"/>
        <a:ext cx="8643867" cy="441996"/>
      </dsp:txXfrm>
    </dsp:sp>
    <dsp:sp modelId="{4561DF28-E7FA-4DE8-AA2B-93323552C4EB}">
      <dsp:nvSpPr>
        <dsp:cNvPr id="0" name=""/>
        <dsp:cNvSpPr/>
      </dsp:nvSpPr>
      <dsp:spPr>
        <a:xfrm>
          <a:off x="2202259" y="930267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516BD-D492-47C6-9137-38623469DBB7}">
      <dsp:nvSpPr>
        <dsp:cNvPr id="0" name=""/>
        <dsp:cNvSpPr/>
      </dsp:nvSpPr>
      <dsp:spPr>
        <a:xfrm>
          <a:off x="2367428" y="95236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Split data into training and testing sets (80/20 split)</a:t>
          </a:r>
        </a:p>
      </dsp:txBody>
      <dsp:txXfrm>
        <a:off x="2367428" y="952366"/>
        <a:ext cx="8643867" cy="441996"/>
      </dsp:txXfrm>
    </dsp:sp>
    <dsp:sp modelId="{D264E2BC-98C8-4EB4-9C60-05ED093D956F}">
      <dsp:nvSpPr>
        <dsp:cNvPr id="0" name=""/>
        <dsp:cNvSpPr/>
      </dsp:nvSpPr>
      <dsp:spPr>
        <a:xfrm>
          <a:off x="2202259" y="139436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FEFA0-5422-4B24-81AE-69E09F3AE6FD}">
      <dsp:nvSpPr>
        <dsp:cNvPr id="0" name=""/>
        <dsp:cNvSpPr/>
      </dsp:nvSpPr>
      <dsp:spPr>
        <a:xfrm>
          <a:off x="0" y="141646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A8B57-563B-4E22-B32D-88A1F9C6B918}">
      <dsp:nvSpPr>
        <dsp:cNvPr id="0" name=""/>
        <dsp:cNvSpPr/>
      </dsp:nvSpPr>
      <dsp:spPr>
        <a:xfrm>
          <a:off x="0" y="141646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chosen models:</a:t>
          </a:r>
        </a:p>
      </dsp:txBody>
      <dsp:txXfrm>
        <a:off x="0" y="1416463"/>
        <a:ext cx="2202259" cy="1414389"/>
      </dsp:txXfrm>
    </dsp:sp>
    <dsp:sp modelId="{698D6C58-4ACB-48F4-996D-777E030043E2}">
      <dsp:nvSpPr>
        <dsp:cNvPr id="0" name=""/>
        <dsp:cNvSpPr/>
      </dsp:nvSpPr>
      <dsp:spPr>
        <a:xfrm>
          <a:off x="2367428" y="143856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Linear regression</a:t>
          </a:r>
        </a:p>
      </dsp:txBody>
      <dsp:txXfrm>
        <a:off x="2367428" y="1438563"/>
        <a:ext cx="8643867" cy="441996"/>
      </dsp:txXfrm>
    </dsp:sp>
    <dsp:sp modelId="{B84946AB-6DB6-4E36-8416-25C6CD7E40B4}">
      <dsp:nvSpPr>
        <dsp:cNvPr id="0" name=""/>
        <dsp:cNvSpPr/>
      </dsp:nvSpPr>
      <dsp:spPr>
        <a:xfrm>
          <a:off x="2202259" y="188056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2E54F-81D7-4662-A11C-6EFAA1DBCC31}">
      <dsp:nvSpPr>
        <dsp:cNvPr id="0" name=""/>
        <dsp:cNvSpPr/>
      </dsp:nvSpPr>
      <dsp:spPr>
        <a:xfrm>
          <a:off x="2367428" y="1902660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Random Forest</a:t>
          </a:r>
        </a:p>
      </dsp:txBody>
      <dsp:txXfrm>
        <a:off x="2367428" y="1902660"/>
        <a:ext cx="8643867" cy="441996"/>
      </dsp:txXfrm>
    </dsp:sp>
    <dsp:sp modelId="{1C9D7D4D-BA98-4E19-810D-DD6F714128AC}">
      <dsp:nvSpPr>
        <dsp:cNvPr id="0" name=""/>
        <dsp:cNvSpPr/>
      </dsp:nvSpPr>
      <dsp:spPr>
        <a:xfrm>
          <a:off x="2202259" y="2344656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FE35E-3B23-457D-B2D7-C374329956C0}">
      <dsp:nvSpPr>
        <dsp:cNvPr id="0" name=""/>
        <dsp:cNvSpPr/>
      </dsp:nvSpPr>
      <dsp:spPr>
        <a:xfrm>
          <a:off x="2367428" y="236675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Gradient Boost</a:t>
          </a:r>
        </a:p>
      </dsp:txBody>
      <dsp:txXfrm>
        <a:off x="2367428" y="2366756"/>
        <a:ext cx="8643867" cy="441996"/>
      </dsp:txXfrm>
    </dsp:sp>
    <dsp:sp modelId="{68FC58E4-9739-4A9F-956B-1C11A7B93027}">
      <dsp:nvSpPr>
        <dsp:cNvPr id="0" name=""/>
        <dsp:cNvSpPr/>
      </dsp:nvSpPr>
      <dsp:spPr>
        <a:xfrm>
          <a:off x="2202259" y="280875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7E16E-65AE-4AB1-AD65-F717BD114AB1}">
      <dsp:nvSpPr>
        <dsp:cNvPr id="0" name=""/>
        <dsp:cNvSpPr/>
      </dsp:nvSpPr>
      <dsp:spPr>
        <a:xfrm>
          <a:off x="0" y="283085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CC0BA-E987-4226-9C75-82A11B7D5808}">
      <dsp:nvSpPr>
        <dsp:cNvPr id="0" name=""/>
        <dsp:cNvSpPr/>
      </dsp:nvSpPr>
      <dsp:spPr>
        <a:xfrm>
          <a:off x="0" y="283085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Hyperparameter Tuning and evaluation metrics:</a:t>
          </a:r>
        </a:p>
      </dsp:txBody>
      <dsp:txXfrm>
        <a:off x="0" y="2830853"/>
        <a:ext cx="2202259" cy="1414389"/>
      </dsp:txXfrm>
    </dsp:sp>
    <dsp:sp modelId="{518FF538-9704-40A7-8BE4-0D22F0BAF536}">
      <dsp:nvSpPr>
        <dsp:cNvPr id="0" name=""/>
        <dsp:cNvSpPr/>
      </dsp:nvSpPr>
      <dsp:spPr>
        <a:xfrm>
          <a:off x="2367428" y="284748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5-fold cross-validation</a:t>
          </a:r>
        </a:p>
      </dsp:txBody>
      <dsp:txXfrm>
        <a:off x="2367428" y="2847480"/>
        <a:ext cx="8643867" cy="332533"/>
      </dsp:txXfrm>
    </dsp:sp>
    <dsp:sp modelId="{59EF4C75-FACE-4DDB-B939-8ED88888E289}">
      <dsp:nvSpPr>
        <dsp:cNvPr id="0" name=""/>
        <dsp:cNvSpPr/>
      </dsp:nvSpPr>
      <dsp:spPr>
        <a:xfrm>
          <a:off x="2202259" y="318001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5470D-9101-4083-A85F-16B870D2E6A4}">
      <dsp:nvSpPr>
        <dsp:cNvPr id="0" name=""/>
        <dsp:cNvSpPr/>
      </dsp:nvSpPr>
      <dsp:spPr>
        <a:xfrm>
          <a:off x="2367428" y="319664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</a:t>
          </a:r>
          <a:r>
            <a:rPr lang="en-US" sz="1500" kern="1200" baseline="30000"/>
            <a:t>2</a:t>
          </a:r>
          <a:endParaRPr lang="en-US" sz="1500" kern="1200"/>
        </a:p>
      </dsp:txBody>
      <dsp:txXfrm>
        <a:off x="2367428" y="3196640"/>
        <a:ext cx="8643867" cy="332533"/>
      </dsp:txXfrm>
    </dsp:sp>
    <dsp:sp modelId="{26C86F5A-26F6-4871-8339-A8169D98C1AD}">
      <dsp:nvSpPr>
        <dsp:cNvPr id="0" name=""/>
        <dsp:cNvSpPr/>
      </dsp:nvSpPr>
      <dsp:spPr>
        <a:xfrm>
          <a:off x="2202259" y="352917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8BACD-9DF6-4558-B7F3-E682FF698628}">
      <dsp:nvSpPr>
        <dsp:cNvPr id="0" name=""/>
        <dsp:cNvSpPr/>
      </dsp:nvSpPr>
      <dsp:spPr>
        <a:xfrm>
          <a:off x="2367428" y="354580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MAE</a:t>
          </a:r>
        </a:p>
      </dsp:txBody>
      <dsp:txXfrm>
        <a:off x="2367428" y="3545800"/>
        <a:ext cx="8643867" cy="332533"/>
      </dsp:txXfrm>
    </dsp:sp>
    <dsp:sp modelId="{EC1A59E7-2EC6-4D97-94FB-C90A6CB271B4}">
      <dsp:nvSpPr>
        <dsp:cNvPr id="0" name=""/>
        <dsp:cNvSpPr/>
      </dsp:nvSpPr>
      <dsp:spPr>
        <a:xfrm>
          <a:off x="2202259" y="387833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6AA1F-590F-40AC-A172-549131D2D160}">
      <dsp:nvSpPr>
        <dsp:cNvPr id="0" name=""/>
        <dsp:cNvSpPr/>
      </dsp:nvSpPr>
      <dsp:spPr>
        <a:xfrm>
          <a:off x="2367428" y="3894960"/>
          <a:ext cx="8643867" cy="332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RMSE</a:t>
          </a:r>
        </a:p>
      </dsp:txBody>
      <dsp:txXfrm>
        <a:off x="2367428" y="3894960"/>
        <a:ext cx="8643867" cy="332533"/>
      </dsp:txXfrm>
    </dsp:sp>
    <dsp:sp modelId="{57B42508-C467-4BCA-9D17-1B430B417CFA}">
      <dsp:nvSpPr>
        <dsp:cNvPr id="0" name=""/>
        <dsp:cNvSpPr/>
      </dsp:nvSpPr>
      <dsp:spPr>
        <a:xfrm>
          <a:off x="2202259" y="4227494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C2593-4FCC-410F-BD61-F59B2D639BDA}">
      <dsp:nvSpPr>
        <dsp:cNvPr id="0" name=""/>
        <dsp:cNvSpPr/>
      </dsp:nvSpPr>
      <dsp:spPr>
        <a:xfrm>
          <a:off x="0" y="70656"/>
          <a:ext cx="6949440" cy="1831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Of the ML models investigated, Gradient boost performed the best in predicting the compressive strength</a:t>
          </a:r>
        </a:p>
      </dsp:txBody>
      <dsp:txXfrm>
        <a:off x="89424" y="160080"/>
        <a:ext cx="6770592" cy="1653006"/>
      </dsp:txXfrm>
    </dsp:sp>
    <dsp:sp modelId="{16BD49E0-C34B-4236-BACA-740A99AB0ED1}">
      <dsp:nvSpPr>
        <dsp:cNvPr id="0" name=""/>
        <dsp:cNvSpPr/>
      </dsp:nvSpPr>
      <dsp:spPr>
        <a:xfrm>
          <a:off x="0" y="1977391"/>
          <a:ext cx="6949440" cy="1831854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Water-cement ratio and age are two of the most important factors in determining compressive strength</a:t>
          </a:r>
        </a:p>
      </dsp:txBody>
      <dsp:txXfrm>
        <a:off x="89424" y="2066815"/>
        <a:ext cx="6770592" cy="1653006"/>
      </dsp:txXfrm>
    </dsp:sp>
    <dsp:sp modelId="{21744344-58CF-4167-83D3-0C8C18CB75A0}">
      <dsp:nvSpPr>
        <dsp:cNvPr id="0" name=""/>
        <dsp:cNvSpPr/>
      </dsp:nvSpPr>
      <dsp:spPr>
        <a:xfrm>
          <a:off x="0" y="3884125"/>
          <a:ext cx="6949440" cy="1831854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more robust study of concrete effectiveness would require analysis of other properties, i.e tensile strength, durability, thermal resistance.</a:t>
          </a:r>
        </a:p>
      </dsp:txBody>
      <dsp:txXfrm>
        <a:off x="89424" y="3973549"/>
        <a:ext cx="6770592" cy="1653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6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Capstone2-slides.ppt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558-333E-5BDF-03B7-EEC7DD10D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7728" y="822960"/>
            <a:ext cx="5324272" cy="347472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200" dirty="0"/>
              <a:t>Predicting Strength of High-Performance Concrete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2C29B-1F0A-7159-4378-D7334688F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728" y="4297680"/>
            <a:ext cx="5324272" cy="1386840"/>
          </a:xfrm>
        </p:spPr>
        <p:txBody>
          <a:bodyPr anchor="t">
            <a:normAutofit fontScale="85000" lnSpcReduction="10000"/>
          </a:bodyPr>
          <a:lstStyle/>
          <a:p>
            <a:pPr algn="l"/>
            <a:r>
              <a:rPr lang="en-US" sz="2200" dirty="0"/>
              <a:t>Adam Philips</a:t>
            </a:r>
          </a:p>
          <a:p>
            <a:pPr algn="l"/>
            <a:endParaRPr lang="en-US" sz="2200" dirty="0"/>
          </a:p>
          <a:p>
            <a:pPr algn="l"/>
            <a:r>
              <a:rPr lang="en-US" sz="2200" dirty="0"/>
              <a:t>Springboard Data Science Capstone Project</a:t>
            </a:r>
          </a:p>
          <a:p>
            <a:pPr algn="l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24550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5359-4E17-2740-0BBA-6B924B47A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42" y="161781"/>
            <a:ext cx="7588155" cy="803714"/>
          </a:xfr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E0372-DB26-4D2E-C494-23CAC87EF745}"/>
              </a:ext>
            </a:extLst>
          </p:cNvPr>
          <p:cNvSpPr txBox="1"/>
          <p:nvPr/>
        </p:nvSpPr>
        <p:spPr>
          <a:xfrm>
            <a:off x="306685" y="1319153"/>
            <a:ext cx="6172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High-performance concrete (HPC) is a complex engineered material for construction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HPC contains a mixture of conventional concrete materials (water, cement, fine and coarse aggregate) and several supplemental ingredients (blast furnace slag, fly ash, superplasticizer)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its compositional complexity, the properties of HPC are difficult to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2D821-E0FC-D0DA-29EB-C4B9805B5C50}"/>
              </a:ext>
            </a:extLst>
          </p:cNvPr>
          <p:cNvSpPr txBox="1"/>
          <p:nvPr/>
        </p:nvSpPr>
        <p:spPr>
          <a:xfrm>
            <a:off x="523874" y="4800600"/>
            <a:ext cx="11325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are the most important factors influencing the strength of HPC?</a:t>
            </a:r>
          </a:p>
          <a:p>
            <a:endParaRPr lang="en-US" sz="2000" b="1" dirty="0"/>
          </a:p>
          <a:p>
            <a:r>
              <a:rPr lang="en-US" sz="2000" b="1" dirty="0"/>
              <a:t>Can we predict the compressive strength of a concrete sample by its composition and age?</a:t>
            </a:r>
          </a:p>
        </p:txBody>
      </p:sp>
      <p:pic>
        <p:nvPicPr>
          <p:cNvPr id="2054" name="Picture 6" descr="Use of carbon short fibers in ultra-high performance concrete (C-UHPFRC) –  Optimisation approaches - Concrete Plant Precast Technology">
            <a:extLst>
              <a:ext uri="{FF2B5EF4-FFF2-40B4-BE49-F238E27FC236}">
                <a16:creationId xmlns:a16="http://schemas.microsoft.com/office/drawing/2014/main" id="{96BE3F0F-A197-79C6-98F5-E19824DE0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28" y="619661"/>
            <a:ext cx="4728473" cy="356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55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5289-87FF-A885-F07A-1D3DAEEDA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99" y="308547"/>
            <a:ext cx="3870277" cy="669861"/>
          </a:xfrm>
        </p:spPr>
        <p:txBody>
          <a:bodyPr/>
          <a:lstStyle/>
          <a:p>
            <a:pPr algn="l"/>
            <a:r>
              <a:rPr lang="en-US" dirty="0"/>
              <a:t>The Data</a:t>
            </a:r>
          </a:p>
        </p:txBody>
      </p:sp>
      <p:pic>
        <p:nvPicPr>
          <p:cNvPr id="3074" name="Picture 2" descr="Machine Learning | UCI Exhibits Site">
            <a:extLst>
              <a:ext uri="{FF2B5EF4-FFF2-40B4-BE49-F238E27FC236}">
                <a16:creationId xmlns:a16="http://schemas.microsoft.com/office/drawing/2014/main" id="{9207F4DF-A0A7-F162-CAD7-F4B804AD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8" y="1484948"/>
            <a:ext cx="4724400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C57421-C873-411B-5C7A-3706B8DC5642}"/>
              </a:ext>
            </a:extLst>
          </p:cNvPr>
          <p:cNvSpPr txBox="1"/>
          <p:nvPr/>
        </p:nvSpPr>
        <p:spPr>
          <a:xfrm>
            <a:off x="597408" y="3082785"/>
            <a:ext cx="10424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1030 entries </a:t>
            </a:r>
            <a:r>
              <a:rPr lang="en-US" dirty="0">
                <a:sym typeface="Wingdings" panose="05000000000000000000" pitchFamily="2" charset="2"/>
              </a:rPr>
              <a:t> 996 after deduplication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Features: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Cement, Blast Furnace Slag, Fly Ash, Water, Superplasticizer, Coarse Aggregate, Fine Aggregate (kg/m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 (days)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variable: Compressive Strength (MPa)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Supervised learning, regression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0D-BDCA-3238-EA13-BE1CB35AAE3C}"/>
              </a:ext>
            </a:extLst>
          </p:cNvPr>
          <p:cNvSpPr txBox="1"/>
          <p:nvPr/>
        </p:nvSpPr>
        <p:spPr>
          <a:xfrm>
            <a:off x="524256" y="2561511"/>
            <a:ext cx="7897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 action="ppaction://hlinkpres?slideindex=1&amp;slidetitle="/>
              </a:rPr>
              <a:t>https://archive.ics.uci.edu/dataset/165/concrete+compressive+strength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84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3C69E-D7FC-54E2-E04A-31B55146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F1D6-4D13-2E89-BE90-356341A80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99" y="308547"/>
            <a:ext cx="5138626" cy="669861"/>
          </a:xfrm>
        </p:spPr>
        <p:txBody>
          <a:bodyPr>
            <a:normAutofit fontScale="90000"/>
          </a:bodyPr>
          <a:lstStyle/>
          <a:p>
            <a:pPr algn="l"/>
            <a:r>
              <a:rPr lang="en-US"/>
              <a:t>Feature Engineering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59F2B-E799-A868-7A3B-DB40A178D94A}"/>
              </a:ext>
            </a:extLst>
          </p:cNvPr>
          <p:cNvSpPr txBox="1"/>
          <p:nvPr/>
        </p:nvSpPr>
        <p:spPr>
          <a:xfrm>
            <a:off x="597408" y="3082785"/>
            <a:ext cx="1042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CA221-92AD-4D97-5D24-39AC79D7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969" y="2432806"/>
            <a:ext cx="6656831" cy="43543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F97C6B-974C-59D8-278D-61A021546B05}"/>
              </a:ext>
            </a:extLst>
          </p:cNvPr>
          <p:cNvSpPr txBox="1"/>
          <p:nvPr/>
        </p:nvSpPr>
        <p:spPr>
          <a:xfrm>
            <a:off x="457200" y="1152525"/>
            <a:ext cx="1089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Known models suggest the following ratios are potentially important: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Water:Cement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Water:Binder</a:t>
            </a:r>
            <a:r>
              <a:rPr lang="en-US" dirty="0"/>
              <a:t> (where binder is the total cement, fly ash, and slag)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Superplasticizer:Binder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Fly </a:t>
            </a:r>
            <a:r>
              <a:rPr lang="en-US" dirty="0" err="1"/>
              <a:t>ash:Binder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Slag:Binder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Slag+Fly</a:t>
            </a:r>
            <a:r>
              <a:rPr lang="en-US" dirty="0"/>
              <a:t> </a:t>
            </a:r>
            <a:r>
              <a:rPr lang="en-US" dirty="0" err="1"/>
              <a:t>ash:Binder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29763-EAC9-3D07-CC28-EE1F8D240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373"/>
            <a:ext cx="6059058" cy="828228"/>
          </a:xfrm>
        </p:spPr>
        <p:txBody>
          <a:bodyPr>
            <a:normAutofit/>
          </a:bodyPr>
          <a:lstStyle/>
          <a:p>
            <a:r>
              <a:rPr lang="en-US" sz="4800" dirty="0"/>
              <a:t>Exploring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DB1920-100A-A9A2-670D-E517AC9C2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67" y="1533525"/>
            <a:ext cx="5561189" cy="426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FAB4B1-D997-C3BE-2198-94602D8E8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748" y="1533525"/>
            <a:ext cx="5561189" cy="4267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B764C4-73CC-65E2-4BAB-E5FF101E566C}"/>
              </a:ext>
            </a:extLst>
          </p:cNvPr>
          <p:cNvSpPr/>
          <p:nvPr/>
        </p:nvSpPr>
        <p:spPr>
          <a:xfrm>
            <a:off x="5067300" y="2714625"/>
            <a:ext cx="381000" cy="11334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A5AB10-1A59-17E5-31BD-AC8AAA9C4A8F}"/>
              </a:ext>
            </a:extLst>
          </p:cNvPr>
          <p:cNvSpPr/>
          <p:nvPr/>
        </p:nvSpPr>
        <p:spPr>
          <a:xfrm>
            <a:off x="7584209" y="2128116"/>
            <a:ext cx="340591" cy="94759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A2D9C-657B-AA60-8A2C-A26D69A77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432" y="377056"/>
            <a:ext cx="3193176" cy="549717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/>
              <a:t>Modeling</a:t>
            </a:r>
            <a:endParaRPr lang="en-US" sz="4800" dirty="0"/>
          </a:p>
        </p:txBody>
      </p:sp>
      <p:graphicFrame>
        <p:nvGraphicFramePr>
          <p:cNvPr id="16" name="TextBox 3">
            <a:extLst>
              <a:ext uri="{FF2B5EF4-FFF2-40B4-BE49-F238E27FC236}">
                <a16:creationId xmlns:a16="http://schemas.microsoft.com/office/drawing/2014/main" id="{C233D5A3-18D7-9B1D-9BF9-2459211764B9}"/>
              </a:ext>
            </a:extLst>
          </p:cNvPr>
          <p:cNvGraphicFramePr/>
          <p:nvPr/>
        </p:nvGraphicFramePr>
        <p:xfrm>
          <a:off x="528432" y="1152144"/>
          <a:ext cx="11011296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77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DE467-B81B-D1B2-15AF-FB9A4364A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91" y="0"/>
            <a:ext cx="7649733" cy="999678"/>
          </a:xfrm>
        </p:spPr>
        <p:txBody>
          <a:bodyPr>
            <a:normAutofit/>
          </a:bodyPr>
          <a:lstStyle/>
          <a:p>
            <a:r>
              <a:rPr lang="en-US" sz="4800" dirty="0"/>
              <a:t>Hyperparameter Tuning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9D971-FC27-4D75-15E9-6379BF987BC2}"/>
              </a:ext>
            </a:extLst>
          </p:cNvPr>
          <p:cNvSpPr txBox="1"/>
          <p:nvPr/>
        </p:nvSpPr>
        <p:spPr>
          <a:xfrm>
            <a:off x="1085850" y="1176019"/>
            <a:ext cx="2486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Forest: </a:t>
            </a:r>
          </a:p>
          <a:p>
            <a:r>
              <a:rPr lang="en-US" dirty="0" err="1"/>
              <a:t>n_estimators</a:t>
            </a:r>
            <a:r>
              <a:rPr lang="en-US" dirty="0"/>
              <a:t>=250</a:t>
            </a:r>
          </a:p>
          <a:p>
            <a:r>
              <a:rPr lang="en-US" dirty="0" err="1"/>
              <a:t>Max_depth</a:t>
            </a:r>
            <a:r>
              <a:rPr lang="en-US" dirty="0"/>
              <a:t>=None</a:t>
            </a:r>
          </a:p>
          <a:p>
            <a:r>
              <a:rPr lang="en-US" dirty="0" err="1"/>
              <a:t>min_samples_leaf</a:t>
            </a:r>
            <a:r>
              <a:rPr lang="en-US" dirty="0"/>
              <a:t>=1</a:t>
            </a:r>
          </a:p>
          <a:p>
            <a:r>
              <a:rPr lang="en-US" dirty="0" err="1"/>
              <a:t>min_samples_split</a:t>
            </a:r>
            <a:r>
              <a:rPr lang="en-US" dirty="0"/>
              <a:t>=2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E8008-C3EB-18F0-548D-C35E3D661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1703517"/>
            <a:ext cx="4429124" cy="3329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D3C521-677D-1401-71C9-E869688C5D74}"/>
              </a:ext>
            </a:extLst>
          </p:cNvPr>
          <p:cNvSpPr txBox="1"/>
          <p:nvPr/>
        </p:nvSpPr>
        <p:spPr>
          <a:xfrm>
            <a:off x="1085849" y="3700144"/>
            <a:ext cx="2486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Gradient Boost: </a:t>
            </a:r>
          </a:p>
          <a:p>
            <a:r>
              <a:rPr lang="en-US" dirty="0" err="1"/>
              <a:t>n_estimators</a:t>
            </a:r>
            <a:r>
              <a:rPr lang="en-US" dirty="0"/>
              <a:t>=500</a:t>
            </a:r>
          </a:p>
          <a:p>
            <a:r>
              <a:rPr lang="en-US" dirty="0" err="1"/>
              <a:t>learning_rate</a:t>
            </a:r>
            <a:r>
              <a:rPr lang="en-US" dirty="0"/>
              <a:t>=0.2</a:t>
            </a:r>
          </a:p>
        </p:txBody>
      </p:sp>
    </p:spTree>
    <p:extLst>
      <p:ext uri="{BB962C8B-B14F-4D97-AF65-F5344CB8AC3E}">
        <p14:creationId xmlns:p14="http://schemas.microsoft.com/office/powerpoint/2010/main" val="4082638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0D1EE-3370-083C-F76C-170181DD7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976" y="236667"/>
            <a:ext cx="6914784" cy="942909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Comparing the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155C5-6CD2-75F7-B0E9-3B0CFEBD4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33192"/>
              </p:ext>
            </p:extLst>
          </p:nvPr>
        </p:nvGraphicFramePr>
        <p:xfrm>
          <a:off x="1506955" y="2679467"/>
          <a:ext cx="8732252" cy="180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063">
                  <a:extLst>
                    <a:ext uri="{9D8B030D-6E8A-4147-A177-3AD203B41FA5}">
                      <a16:colId xmlns:a16="http://schemas.microsoft.com/office/drawing/2014/main" val="3432415274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2943391427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1558839525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639539524"/>
                    </a:ext>
                  </a:extLst>
                </a:gridCol>
              </a:tblGrid>
              <a:tr h="451953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30854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810588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86133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246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E11A6B-8F60-4CEF-7CE5-A0FE9D95EB4A}"/>
              </a:ext>
            </a:extLst>
          </p:cNvPr>
          <p:cNvSpPr txBox="1"/>
          <p:nvPr/>
        </p:nvSpPr>
        <p:spPr>
          <a:xfrm>
            <a:off x="1506955" y="221780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Test set:</a:t>
            </a:r>
          </a:p>
        </p:txBody>
      </p:sp>
    </p:spTree>
    <p:extLst>
      <p:ext uri="{BB962C8B-B14F-4D97-AF65-F5344CB8AC3E}">
        <p14:creationId xmlns:p14="http://schemas.microsoft.com/office/powerpoint/2010/main" val="122438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5212-5E2F-C581-3D87-ABECE0DE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2" y="200472"/>
            <a:ext cx="8249808" cy="913953"/>
          </a:xfrm>
        </p:spPr>
        <p:txBody>
          <a:bodyPr>
            <a:normAutofit/>
          </a:bodyPr>
          <a:lstStyle/>
          <a:p>
            <a:r>
              <a:rPr lang="en-US" sz="4800" dirty="0"/>
              <a:t>Gradient Boost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C1CE2-0376-A352-3A83-B7F3A014A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1" y="1195387"/>
            <a:ext cx="6386512" cy="51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3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9CC0C-A4C3-F889-3E25-E84EB6759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2" y="229047"/>
            <a:ext cx="4496958" cy="837753"/>
          </a:xfrm>
        </p:spPr>
        <p:txBody>
          <a:bodyPr>
            <a:normAutofit/>
          </a:bodyPr>
          <a:lstStyle/>
          <a:p>
            <a:r>
              <a:rPr lang="en-US" sz="4800" dirty="0"/>
              <a:t>Final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6BAA8-C878-1A12-4BDF-543098C7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995487"/>
            <a:ext cx="7439025" cy="4314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9DB0E4-4AF0-6FD0-E411-146C5CA32FB6}"/>
              </a:ext>
            </a:extLst>
          </p:cNvPr>
          <p:cNvSpPr txBox="1"/>
          <p:nvPr/>
        </p:nvSpPr>
        <p:spPr>
          <a:xfrm>
            <a:off x="284592" y="1066800"/>
            <a:ext cx="11431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optimize module from the </a:t>
            </a:r>
            <a:r>
              <a:rPr lang="en-US" dirty="0" err="1"/>
              <a:t>scipy</a:t>
            </a:r>
            <a:r>
              <a:rPr lang="en-US" dirty="0"/>
              <a:t> library was used to determine a set of feature variables that maximize the target variable (compressive strength) according to the fitted GB model.</a:t>
            </a:r>
          </a:p>
        </p:txBody>
      </p:sp>
    </p:spTree>
    <p:extLst>
      <p:ext uri="{BB962C8B-B14F-4D97-AF65-F5344CB8AC3E}">
        <p14:creationId xmlns:p14="http://schemas.microsoft.com/office/powerpoint/2010/main" val="169043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73FB7-500C-240A-37CB-A27317EA8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33" y="267328"/>
            <a:ext cx="4573158" cy="856803"/>
          </a:xfrm>
        </p:spPr>
        <p:txBody>
          <a:bodyPr>
            <a:normAutofit/>
          </a:bodyPr>
          <a:lstStyle/>
          <a:p>
            <a:r>
              <a:rPr lang="en-US" sz="4800" dirty="0"/>
              <a:t>Final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B1CB3-17EB-EAB2-9A70-F57EC48B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12" y="1585912"/>
            <a:ext cx="75914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44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D4C5C-ED0B-5716-9964-4B58573E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D95554CF-6268-7E10-B99E-5EC89879B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244396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98168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Words>448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Neue Haas Grotesk Text Pro</vt:lpstr>
      <vt:lpstr>Wingdings</vt:lpstr>
      <vt:lpstr>VanillaVTI</vt:lpstr>
      <vt:lpstr>Predicting Strength of High-Performance Concrete</vt:lpstr>
      <vt:lpstr>The Problem</vt:lpstr>
      <vt:lpstr>The Data</vt:lpstr>
      <vt:lpstr>Feature Engineering</vt:lpstr>
      <vt:lpstr>Exploring the Data</vt:lpstr>
      <vt:lpstr>Modeling</vt:lpstr>
      <vt:lpstr>Hyperparameter Tuning</vt:lpstr>
      <vt:lpstr>Comparing the Models</vt:lpstr>
      <vt:lpstr>Gradient Boost Predictions</vt:lpstr>
      <vt:lpstr>Final Analysis</vt:lpstr>
      <vt:lpstr>Final Analysis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Philips</dc:creator>
  <cp:lastModifiedBy>Adam Philips</cp:lastModifiedBy>
  <cp:revision>5</cp:revision>
  <dcterms:created xsi:type="dcterms:W3CDTF">2026-03-01T19:03:04Z</dcterms:created>
  <dcterms:modified xsi:type="dcterms:W3CDTF">2026-03-04T03:06:31Z</dcterms:modified>
</cp:coreProperties>
</file>